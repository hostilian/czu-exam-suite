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55"/>
  </p:notesMasterIdLst>
  <p:sldIdLst>
    <p:sldId id="335" r:id="rId2"/>
    <p:sldId id="291" r:id="rId3"/>
    <p:sldId id="262" r:id="rId4"/>
    <p:sldId id="289" r:id="rId5"/>
    <p:sldId id="292" r:id="rId6"/>
    <p:sldId id="293" r:id="rId7"/>
    <p:sldId id="264" r:id="rId8"/>
    <p:sldId id="295" r:id="rId9"/>
    <p:sldId id="278" r:id="rId10"/>
    <p:sldId id="296" r:id="rId11"/>
    <p:sldId id="297" r:id="rId12"/>
    <p:sldId id="298" r:id="rId13"/>
    <p:sldId id="299" r:id="rId14"/>
    <p:sldId id="301" r:id="rId15"/>
    <p:sldId id="302" r:id="rId16"/>
    <p:sldId id="310" r:id="rId17"/>
    <p:sldId id="311" r:id="rId18"/>
    <p:sldId id="312" r:id="rId19"/>
    <p:sldId id="313" r:id="rId20"/>
    <p:sldId id="314" r:id="rId21"/>
    <p:sldId id="315" r:id="rId22"/>
    <p:sldId id="316" r:id="rId23"/>
    <p:sldId id="317" r:id="rId24"/>
    <p:sldId id="318" r:id="rId25"/>
    <p:sldId id="320" r:id="rId26"/>
    <p:sldId id="321" r:id="rId27"/>
    <p:sldId id="334" r:id="rId28"/>
    <p:sldId id="290" r:id="rId29"/>
    <p:sldId id="323" r:id="rId30"/>
    <p:sldId id="261" r:id="rId31"/>
    <p:sldId id="263" r:id="rId32"/>
    <p:sldId id="273" r:id="rId33"/>
    <p:sldId id="275" r:id="rId34"/>
    <p:sldId id="276" r:id="rId35"/>
    <p:sldId id="277" r:id="rId36"/>
    <p:sldId id="281" r:id="rId37"/>
    <p:sldId id="272" r:id="rId38"/>
    <p:sldId id="282" r:id="rId39"/>
    <p:sldId id="285" r:id="rId40"/>
    <p:sldId id="324" r:id="rId41"/>
    <p:sldId id="284" r:id="rId42"/>
    <p:sldId id="288" r:id="rId43"/>
    <p:sldId id="325" r:id="rId44"/>
    <p:sldId id="326" r:id="rId45"/>
    <p:sldId id="327" r:id="rId46"/>
    <p:sldId id="328" r:id="rId47"/>
    <p:sldId id="283" r:id="rId48"/>
    <p:sldId id="329" r:id="rId49"/>
    <p:sldId id="286" r:id="rId50"/>
    <p:sldId id="287" r:id="rId51"/>
    <p:sldId id="330" r:id="rId52"/>
    <p:sldId id="332" r:id="rId53"/>
    <p:sldId id="336" r:id="rId54"/>
  </p:sldIdLst>
  <p:sldSz cx="9144000" cy="6858000" type="screen4x3"/>
  <p:notesSz cx="7099300" cy="10234613"/>
  <p:defaultTextStyle>
    <a:defPPr>
      <a:defRPr lang="cs-CZ"/>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2" autoAdjust="0"/>
    <p:restoredTop sz="65571" autoAdjust="0"/>
  </p:normalViewPr>
  <p:slideViewPr>
    <p:cSldViewPr>
      <p:cViewPr varScale="1">
        <p:scale>
          <a:sx n="56" d="100"/>
          <a:sy n="56" d="100"/>
        </p:scale>
        <p:origin x="2155" y="48"/>
      </p:cViewPr>
      <p:guideLst>
        <p:guide orient="horz" pos="2160"/>
        <p:guide pos="2880"/>
      </p:guideLst>
    </p:cSldViewPr>
  </p:slideViewPr>
  <p:outlineViewPr>
    <p:cViewPr>
      <p:scale>
        <a:sx n="33" d="100"/>
        <a:sy n="33" d="100"/>
      </p:scale>
      <p:origin x="0" y="13962"/>
    </p:cViewPr>
  </p:outlin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2A24C4-FFA6-4A6F-B0E4-E615A8CCB869}" type="doc">
      <dgm:prSet loTypeId="urn:microsoft.com/office/officeart/2005/8/layout/pyramid1" loCatId="pyramid" qsTypeId="urn:microsoft.com/office/officeart/2005/8/quickstyle/simple1" qsCatId="simple" csTypeId="urn:microsoft.com/office/officeart/2005/8/colors/accent0_1" csCatId="mainScheme" phldr="1"/>
      <dgm:spPr/>
    </dgm:pt>
    <dgm:pt modelId="{AF99A781-E1C6-4D4E-A88E-EEEF5BE91FDE}">
      <dgm:prSet phldrT="[Text]" custT="1"/>
      <dgm:spPr>
        <a:ln w="31750"/>
      </dgm:spPr>
      <dgm:t>
        <a:bodyPr tIns="396000" bIns="0"/>
        <a:lstStyle/>
        <a:p>
          <a:endParaRPr lang="en-GB" sz="6000" dirty="0"/>
        </a:p>
      </dgm:t>
    </dgm:pt>
    <dgm:pt modelId="{1C819DCA-0FBB-49B4-A39C-48C23BD52BA4}" type="parTrans" cxnId="{8A40C4A8-33C9-48C0-B17F-16F156CFA31A}">
      <dgm:prSet/>
      <dgm:spPr/>
      <dgm:t>
        <a:bodyPr/>
        <a:lstStyle/>
        <a:p>
          <a:endParaRPr lang="en-GB" sz="1600"/>
        </a:p>
      </dgm:t>
    </dgm:pt>
    <dgm:pt modelId="{76DA74F4-3F46-43B4-896D-5381BCCC2D8A}" type="sibTrans" cxnId="{8A40C4A8-33C9-48C0-B17F-16F156CFA31A}">
      <dgm:prSet/>
      <dgm:spPr/>
      <dgm:t>
        <a:bodyPr/>
        <a:lstStyle/>
        <a:p>
          <a:endParaRPr lang="en-GB" sz="1600"/>
        </a:p>
      </dgm:t>
    </dgm:pt>
    <dgm:pt modelId="{156267CE-BF01-47CD-81EC-6E5126E6ECA8}">
      <dgm:prSet phldrT="[Text]" custT="1"/>
      <dgm:spPr>
        <a:ln w="31750"/>
      </dgm:spPr>
      <dgm:t>
        <a:bodyPr/>
        <a:lstStyle/>
        <a:p>
          <a:endParaRPr lang="en-GB" sz="6000" dirty="0"/>
        </a:p>
      </dgm:t>
    </dgm:pt>
    <dgm:pt modelId="{0D0C236E-11D1-4E47-88C2-48B06A9CD182}" type="parTrans" cxnId="{86C7F86D-15B3-4CEA-9DD4-E14B07557A68}">
      <dgm:prSet/>
      <dgm:spPr/>
      <dgm:t>
        <a:bodyPr/>
        <a:lstStyle/>
        <a:p>
          <a:endParaRPr lang="en-GB" sz="1600"/>
        </a:p>
      </dgm:t>
    </dgm:pt>
    <dgm:pt modelId="{ECF7ECF9-FAB2-43E0-A72A-4228F3CDD69E}" type="sibTrans" cxnId="{86C7F86D-15B3-4CEA-9DD4-E14B07557A68}">
      <dgm:prSet/>
      <dgm:spPr/>
      <dgm:t>
        <a:bodyPr/>
        <a:lstStyle/>
        <a:p>
          <a:endParaRPr lang="en-GB" sz="1600"/>
        </a:p>
      </dgm:t>
    </dgm:pt>
    <dgm:pt modelId="{36E67B0F-5DA7-43E6-B5BF-8C84F02015E2}">
      <dgm:prSet phldrT="[Text]" custT="1"/>
      <dgm:spPr>
        <a:ln w="31750"/>
      </dgm:spPr>
      <dgm:t>
        <a:bodyPr/>
        <a:lstStyle/>
        <a:p>
          <a:endParaRPr lang="en-GB" sz="6000" dirty="0"/>
        </a:p>
      </dgm:t>
    </dgm:pt>
    <dgm:pt modelId="{369ADC67-43AC-4762-8154-D84B0C17704E}" type="sibTrans" cxnId="{EE7FCE5D-D03C-4B64-BBB5-41D7A8A99C69}">
      <dgm:prSet/>
      <dgm:spPr/>
      <dgm:t>
        <a:bodyPr/>
        <a:lstStyle/>
        <a:p>
          <a:endParaRPr lang="en-GB" sz="1600"/>
        </a:p>
      </dgm:t>
    </dgm:pt>
    <dgm:pt modelId="{C643F347-DEF0-4253-89D0-07F1BC1B01C7}" type="parTrans" cxnId="{EE7FCE5D-D03C-4B64-BBB5-41D7A8A99C69}">
      <dgm:prSet/>
      <dgm:spPr/>
      <dgm:t>
        <a:bodyPr/>
        <a:lstStyle/>
        <a:p>
          <a:endParaRPr lang="en-GB" sz="1600"/>
        </a:p>
      </dgm:t>
    </dgm:pt>
    <dgm:pt modelId="{DA3F4F50-684D-45CD-A7B2-7CE2D823FD3E}" type="pres">
      <dgm:prSet presAssocID="{852A24C4-FFA6-4A6F-B0E4-E615A8CCB869}" presName="Name0" presStyleCnt="0">
        <dgm:presLayoutVars>
          <dgm:dir/>
          <dgm:animLvl val="lvl"/>
          <dgm:resizeHandles val="exact"/>
        </dgm:presLayoutVars>
      </dgm:prSet>
      <dgm:spPr/>
    </dgm:pt>
    <dgm:pt modelId="{65CACE92-E302-42AB-9287-4E3373F59074}" type="pres">
      <dgm:prSet presAssocID="{AF99A781-E1C6-4D4E-A88E-EEEF5BE91FDE}" presName="Name8" presStyleCnt="0"/>
      <dgm:spPr/>
    </dgm:pt>
    <dgm:pt modelId="{DCE2B393-9D33-4A26-A17F-F450D6F69805}" type="pres">
      <dgm:prSet presAssocID="{AF99A781-E1C6-4D4E-A88E-EEEF5BE91FDE}" presName="level" presStyleLbl="node1" presStyleIdx="0" presStyleCnt="3" custScaleY="99757">
        <dgm:presLayoutVars>
          <dgm:chMax val="1"/>
          <dgm:bulletEnabled val="1"/>
        </dgm:presLayoutVars>
      </dgm:prSet>
      <dgm:spPr/>
    </dgm:pt>
    <dgm:pt modelId="{CB45C81B-EC6B-4B46-8DDD-0F8671B80CA5}" type="pres">
      <dgm:prSet presAssocID="{AF99A781-E1C6-4D4E-A88E-EEEF5BE91FDE}" presName="levelTx" presStyleLbl="revTx" presStyleIdx="0" presStyleCnt="0">
        <dgm:presLayoutVars>
          <dgm:chMax val="1"/>
          <dgm:bulletEnabled val="1"/>
        </dgm:presLayoutVars>
      </dgm:prSet>
      <dgm:spPr/>
    </dgm:pt>
    <dgm:pt modelId="{D86CB59B-C06E-492A-84A0-33186E5F7299}" type="pres">
      <dgm:prSet presAssocID="{36E67B0F-5DA7-43E6-B5BF-8C84F02015E2}" presName="Name8" presStyleCnt="0"/>
      <dgm:spPr/>
    </dgm:pt>
    <dgm:pt modelId="{CB2C18BC-AF94-4807-B818-47F988AB629B}" type="pres">
      <dgm:prSet presAssocID="{36E67B0F-5DA7-43E6-B5BF-8C84F02015E2}" presName="level" presStyleLbl="node1" presStyleIdx="1" presStyleCnt="3" custLinFactNeighborX="0" custLinFactNeighborY="122">
        <dgm:presLayoutVars>
          <dgm:chMax val="1"/>
          <dgm:bulletEnabled val="1"/>
        </dgm:presLayoutVars>
      </dgm:prSet>
      <dgm:spPr/>
    </dgm:pt>
    <dgm:pt modelId="{FED2EA3C-DF47-4067-8076-A8B035E0F756}" type="pres">
      <dgm:prSet presAssocID="{36E67B0F-5DA7-43E6-B5BF-8C84F02015E2}" presName="levelTx" presStyleLbl="revTx" presStyleIdx="0" presStyleCnt="0">
        <dgm:presLayoutVars>
          <dgm:chMax val="1"/>
          <dgm:bulletEnabled val="1"/>
        </dgm:presLayoutVars>
      </dgm:prSet>
      <dgm:spPr/>
    </dgm:pt>
    <dgm:pt modelId="{0B606EAE-F8B8-4B5A-A2AC-B1C163381786}" type="pres">
      <dgm:prSet presAssocID="{156267CE-BF01-47CD-81EC-6E5126E6ECA8}" presName="Name8" presStyleCnt="0"/>
      <dgm:spPr/>
    </dgm:pt>
    <dgm:pt modelId="{A77EC5CE-8104-464C-9C5E-B03193544624}" type="pres">
      <dgm:prSet presAssocID="{156267CE-BF01-47CD-81EC-6E5126E6ECA8}" presName="level" presStyleLbl="node1" presStyleIdx="2" presStyleCnt="3">
        <dgm:presLayoutVars>
          <dgm:chMax val="1"/>
          <dgm:bulletEnabled val="1"/>
        </dgm:presLayoutVars>
      </dgm:prSet>
      <dgm:spPr/>
    </dgm:pt>
    <dgm:pt modelId="{3A3003F8-3407-466F-8484-D14A6699915A}" type="pres">
      <dgm:prSet presAssocID="{156267CE-BF01-47CD-81EC-6E5126E6ECA8}" presName="levelTx" presStyleLbl="revTx" presStyleIdx="0" presStyleCnt="0">
        <dgm:presLayoutVars>
          <dgm:chMax val="1"/>
          <dgm:bulletEnabled val="1"/>
        </dgm:presLayoutVars>
      </dgm:prSet>
      <dgm:spPr/>
    </dgm:pt>
  </dgm:ptLst>
  <dgm:cxnLst>
    <dgm:cxn modelId="{1AF73205-FE6E-46D2-B710-EE1243DEA0A8}" type="presOf" srcId="{AF99A781-E1C6-4D4E-A88E-EEEF5BE91FDE}" destId="{CB45C81B-EC6B-4B46-8DDD-0F8671B80CA5}" srcOrd="1" destOrd="0" presId="urn:microsoft.com/office/officeart/2005/8/layout/pyramid1"/>
    <dgm:cxn modelId="{E53A4413-3518-4367-9FEA-A125EA4E9EBC}" type="presOf" srcId="{852A24C4-FFA6-4A6F-B0E4-E615A8CCB869}" destId="{DA3F4F50-684D-45CD-A7B2-7CE2D823FD3E}" srcOrd="0" destOrd="0" presId="urn:microsoft.com/office/officeart/2005/8/layout/pyramid1"/>
    <dgm:cxn modelId="{85F65728-7CCE-405B-8F2B-5A6CA6EE9E33}" type="presOf" srcId="{156267CE-BF01-47CD-81EC-6E5126E6ECA8}" destId="{A77EC5CE-8104-464C-9C5E-B03193544624}" srcOrd="0" destOrd="0" presId="urn:microsoft.com/office/officeart/2005/8/layout/pyramid1"/>
    <dgm:cxn modelId="{E63D9535-99CB-4813-8A99-E269E2C5CB68}" type="presOf" srcId="{AF99A781-E1C6-4D4E-A88E-EEEF5BE91FDE}" destId="{DCE2B393-9D33-4A26-A17F-F450D6F69805}" srcOrd="0" destOrd="0" presId="urn:microsoft.com/office/officeart/2005/8/layout/pyramid1"/>
    <dgm:cxn modelId="{EE7FCE5D-D03C-4B64-BBB5-41D7A8A99C69}" srcId="{852A24C4-FFA6-4A6F-B0E4-E615A8CCB869}" destId="{36E67B0F-5DA7-43E6-B5BF-8C84F02015E2}" srcOrd="1" destOrd="0" parTransId="{C643F347-DEF0-4253-89D0-07F1BC1B01C7}" sibTransId="{369ADC67-43AC-4762-8154-D84B0C17704E}"/>
    <dgm:cxn modelId="{AC9ED464-A209-4663-AD35-589445CD408F}" type="presOf" srcId="{36E67B0F-5DA7-43E6-B5BF-8C84F02015E2}" destId="{FED2EA3C-DF47-4067-8076-A8B035E0F756}" srcOrd="1" destOrd="0" presId="urn:microsoft.com/office/officeart/2005/8/layout/pyramid1"/>
    <dgm:cxn modelId="{86C7F86D-15B3-4CEA-9DD4-E14B07557A68}" srcId="{852A24C4-FFA6-4A6F-B0E4-E615A8CCB869}" destId="{156267CE-BF01-47CD-81EC-6E5126E6ECA8}" srcOrd="2" destOrd="0" parTransId="{0D0C236E-11D1-4E47-88C2-48B06A9CD182}" sibTransId="{ECF7ECF9-FAB2-43E0-A72A-4228F3CDD69E}"/>
    <dgm:cxn modelId="{8A40C4A8-33C9-48C0-B17F-16F156CFA31A}" srcId="{852A24C4-FFA6-4A6F-B0E4-E615A8CCB869}" destId="{AF99A781-E1C6-4D4E-A88E-EEEF5BE91FDE}" srcOrd="0" destOrd="0" parTransId="{1C819DCA-0FBB-49B4-A39C-48C23BD52BA4}" sibTransId="{76DA74F4-3F46-43B4-896D-5381BCCC2D8A}"/>
    <dgm:cxn modelId="{332272E7-8943-48B8-9FC9-A7D1356E4FFD}" type="presOf" srcId="{36E67B0F-5DA7-43E6-B5BF-8C84F02015E2}" destId="{CB2C18BC-AF94-4807-B818-47F988AB629B}" srcOrd="0" destOrd="0" presId="urn:microsoft.com/office/officeart/2005/8/layout/pyramid1"/>
    <dgm:cxn modelId="{F5F83CFE-37A5-49A9-B952-63860AB06456}" type="presOf" srcId="{156267CE-BF01-47CD-81EC-6E5126E6ECA8}" destId="{3A3003F8-3407-466F-8484-D14A6699915A}" srcOrd="1" destOrd="0" presId="urn:microsoft.com/office/officeart/2005/8/layout/pyramid1"/>
    <dgm:cxn modelId="{2F66C6BF-6852-4E6E-B418-A7F21442AA22}" type="presParOf" srcId="{DA3F4F50-684D-45CD-A7B2-7CE2D823FD3E}" destId="{65CACE92-E302-42AB-9287-4E3373F59074}" srcOrd="0" destOrd="0" presId="urn:microsoft.com/office/officeart/2005/8/layout/pyramid1"/>
    <dgm:cxn modelId="{7978B841-A311-4554-822D-60C181705A89}" type="presParOf" srcId="{65CACE92-E302-42AB-9287-4E3373F59074}" destId="{DCE2B393-9D33-4A26-A17F-F450D6F69805}" srcOrd="0" destOrd="0" presId="urn:microsoft.com/office/officeart/2005/8/layout/pyramid1"/>
    <dgm:cxn modelId="{273E50D0-3041-4421-847E-1DC5A78D0E7B}" type="presParOf" srcId="{65CACE92-E302-42AB-9287-4E3373F59074}" destId="{CB45C81B-EC6B-4B46-8DDD-0F8671B80CA5}" srcOrd="1" destOrd="0" presId="urn:microsoft.com/office/officeart/2005/8/layout/pyramid1"/>
    <dgm:cxn modelId="{2B296C08-8846-4D9D-86DA-94CC92AF0EBA}" type="presParOf" srcId="{DA3F4F50-684D-45CD-A7B2-7CE2D823FD3E}" destId="{D86CB59B-C06E-492A-84A0-33186E5F7299}" srcOrd="1" destOrd="0" presId="urn:microsoft.com/office/officeart/2005/8/layout/pyramid1"/>
    <dgm:cxn modelId="{0DA6A1A1-D41E-4F41-93BB-719EF68AEB8A}" type="presParOf" srcId="{D86CB59B-C06E-492A-84A0-33186E5F7299}" destId="{CB2C18BC-AF94-4807-B818-47F988AB629B}" srcOrd="0" destOrd="0" presId="urn:microsoft.com/office/officeart/2005/8/layout/pyramid1"/>
    <dgm:cxn modelId="{6F81B132-48F9-4442-AC0E-8788A911CE22}" type="presParOf" srcId="{D86CB59B-C06E-492A-84A0-33186E5F7299}" destId="{FED2EA3C-DF47-4067-8076-A8B035E0F756}" srcOrd="1" destOrd="0" presId="urn:microsoft.com/office/officeart/2005/8/layout/pyramid1"/>
    <dgm:cxn modelId="{1AD6C4E2-CEB8-49FE-9C64-33F0E14787B4}" type="presParOf" srcId="{DA3F4F50-684D-45CD-A7B2-7CE2D823FD3E}" destId="{0B606EAE-F8B8-4B5A-A2AC-B1C163381786}" srcOrd="2" destOrd="0" presId="urn:microsoft.com/office/officeart/2005/8/layout/pyramid1"/>
    <dgm:cxn modelId="{4D14F21F-F4CD-4C07-9FE2-AD5CE99189BC}" type="presParOf" srcId="{0B606EAE-F8B8-4B5A-A2AC-B1C163381786}" destId="{A77EC5CE-8104-464C-9C5E-B03193544624}" srcOrd="0" destOrd="0" presId="urn:microsoft.com/office/officeart/2005/8/layout/pyramid1"/>
    <dgm:cxn modelId="{A51F9278-E75B-4E94-B3A8-A7E778E8FC46}" type="presParOf" srcId="{0B606EAE-F8B8-4B5A-A2AC-B1C163381786}" destId="{3A3003F8-3407-466F-8484-D14A6699915A}" srcOrd="1" destOrd="0" presId="urn:microsoft.com/office/officeart/2005/8/layout/pyramid1"/>
  </dgm:cxnLst>
  <dgm:bg>
    <a:solidFill>
      <a:schemeClr val="lt1">
        <a:hueOff val="0"/>
        <a:satOff val="0"/>
        <a:lumOff val="0"/>
        <a:alpha val="0"/>
      </a:scheme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AB3B06-0637-485A-9D2B-A8B4DBDE5C83}" type="doc">
      <dgm:prSet loTypeId="urn:microsoft.com/office/officeart/2005/8/layout/pyramid3" loCatId="pyramid" qsTypeId="urn:microsoft.com/office/officeart/2005/8/quickstyle/simple1" qsCatId="simple" csTypeId="urn:microsoft.com/office/officeart/2005/8/colors/accent2_1" csCatId="accent2" phldr="1"/>
      <dgm:spPr/>
    </dgm:pt>
    <dgm:pt modelId="{BDB98AF6-922B-4F5A-ABAE-8A13E5DA0483}">
      <dgm:prSet phldrT="[Text]"/>
      <dgm:spPr>
        <a:solidFill>
          <a:schemeClr val="lt1">
            <a:hueOff val="0"/>
            <a:satOff val="0"/>
            <a:lumOff val="0"/>
            <a:alpha val="0"/>
          </a:schemeClr>
        </a:solidFill>
        <a:ln w="31750">
          <a:solidFill>
            <a:srgbClr val="C00000"/>
          </a:solidFill>
        </a:ln>
      </dgm:spPr>
      <dgm:t>
        <a:bodyPr/>
        <a:lstStyle/>
        <a:p>
          <a:endParaRPr lang="en-GB" dirty="0"/>
        </a:p>
      </dgm:t>
    </dgm:pt>
    <dgm:pt modelId="{FBD5CED7-88CD-42F8-9754-7EB5A7031C61}" type="parTrans" cxnId="{57B0DA01-7FEC-47FE-A5DD-C05E4529EE12}">
      <dgm:prSet/>
      <dgm:spPr/>
      <dgm:t>
        <a:bodyPr/>
        <a:lstStyle/>
        <a:p>
          <a:endParaRPr lang="en-GB"/>
        </a:p>
      </dgm:t>
    </dgm:pt>
    <dgm:pt modelId="{4BDC02CD-C0FF-4D03-81F3-52126D563C57}" type="sibTrans" cxnId="{57B0DA01-7FEC-47FE-A5DD-C05E4529EE12}">
      <dgm:prSet/>
      <dgm:spPr/>
      <dgm:t>
        <a:bodyPr/>
        <a:lstStyle/>
        <a:p>
          <a:endParaRPr lang="en-GB"/>
        </a:p>
      </dgm:t>
    </dgm:pt>
    <dgm:pt modelId="{49B6200D-CBF1-4FC0-88A2-1A2E57D08811}">
      <dgm:prSet phldrT="[Text]"/>
      <dgm:spPr>
        <a:ln w="31750">
          <a:solidFill>
            <a:srgbClr val="C00000"/>
          </a:solidFill>
        </a:ln>
      </dgm:spPr>
      <dgm:t>
        <a:bodyPr/>
        <a:lstStyle/>
        <a:p>
          <a:endParaRPr lang="en-GB" dirty="0"/>
        </a:p>
      </dgm:t>
    </dgm:pt>
    <dgm:pt modelId="{6B35CEC5-DDF5-4610-A2BA-2431170EC10D}" type="parTrans" cxnId="{9A85BA80-6F4E-4780-839D-DAB9A89F4111}">
      <dgm:prSet/>
      <dgm:spPr/>
      <dgm:t>
        <a:bodyPr/>
        <a:lstStyle/>
        <a:p>
          <a:endParaRPr lang="en-GB"/>
        </a:p>
      </dgm:t>
    </dgm:pt>
    <dgm:pt modelId="{5869EF78-EE5A-444B-917E-501D9CCB73CE}" type="sibTrans" cxnId="{9A85BA80-6F4E-4780-839D-DAB9A89F4111}">
      <dgm:prSet/>
      <dgm:spPr/>
      <dgm:t>
        <a:bodyPr/>
        <a:lstStyle/>
        <a:p>
          <a:endParaRPr lang="en-GB"/>
        </a:p>
      </dgm:t>
    </dgm:pt>
    <dgm:pt modelId="{450AE043-47F7-4FA1-8966-9D97D0DFCAB8}">
      <dgm:prSet phldrT="[Text]"/>
      <dgm:spPr>
        <a:solidFill>
          <a:schemeClr val="lt1">
            <a:hueOff val="0"/>
            <a:satOff val="0"/>
            <a:lumOff val="0"/>
            <a:alpha val="0"/>
          </a:schemeClr>
        </a:solidFill>
        <a:ln w="31750">
          <a:solidFill>
            <a:srgbClr val="C00000"/>
          </a:solidFill>
        </a:ln>
      </dgm:spPr>
      <dgm:t>
        <a:bodyPr/>
        <a:lstStyle/>
        <a:p>
          <a:endParaRPr lang="en-GB" dirty="0"/>
        </a:p>
      </dgm:t>
    </dgm:pt>
    <dgm:pt modelId="{53851A7F-455C-4BA5-B32E-8F1167925A7C}" type="sibTrans" cxnId="{A57B1AD6-DDE8-4EAB-A60E-B85A50108010}">
      <dgm:prSet/>
      <dgm:spPr/>
      <dgm:t>
        <a:bodyPr/>
        <a:lstStyle/>
        <a:p>
          <a:endParaRPr lang="en-GB"/>
        </a:p>
      </dgm:t>
    </dgm:pt>
    <dgm:pt modelId="{964FAB50-88D5-42E6-8AD6-9A9069EEA2A5}" type="parTrans" cxnId="{A57B1AD6-DDE8-4EAB-A60E-B85A50108010}">
      <dgm:prSet/>
      <dgm:spPr/>
      <dgm:t>
        <a:bodyPr/>
        <a:lstStyle/>
        <a:p>
          <a:endParaRPr lang="en-GB"/>
        </a:p>
      </dgm:t>
    </dgm:pt>
    <dgm:pt modelId="{1EF6E698-43A6-420E-BB1D-567797A66216}" type="pres">
      <dgm:prSet presAssocID="{81AB3B06-0637-485A-9D2B-A8B4DBDE5C83}" presName="Name0" presStyleCnt="0">
        <dgm:presLayoutVars>
          <dgm:dir/>
          <dgm:animLvl val="lvl"/>
          <dgm:resizeHandles val="exact"/>
        </dgm:presLayoutVars>
      </dgm:prSet>
      <dgm:spPr/>
    </dgm:pt>
    <dgm:pt modelId="{32436527-BC7B-4629-BEDA-ADC9E56D9AE7}" type="pres">
      <dgm:prSet presAssocID="{BDB98AF6-922B-4F5A-ABAE-8A13E5DA0483}" presName="Name8" presStyleCnt="0"/>
      <dgm:spPr/>
    </dgm:pt>
    <dgm:pt modelId="{973D83C1-4A6B-4731-AB54-7ADC0E307D8D}" type="pres">
      <dgm:prSet presAssocID="{BDB98AF6-922B-4F5A-ABAE-8A13E5DA0483}" presName="level" presStyleLbl="node1" presStyleIdx="0" presStyleCnt="3" custScaleY="100152" custLinFactNeighborX="-2118">
        <dgm:presLayoutVars>
          <dgm:chMax val="1"/>
          <dgm:bulletEnabled val="1"/>
        </dgm:presLayoutVars>
      </dgm:prSet>
      <dgm:spPr/>
    </dgm:pt>
    <dgm:pt modelId="{2C007AFD-200F-474B-824C-BB8658050CDF}" type="pres">
      <dgm:prSet presAssocID="{BDB98AF6-922B-4F5A-ABAE-8A13E5DA0483}" presName="levelTx" presStyleLbl="revTx" presStyleIdx="0" presStyleCnt="0">
        <dgm:presLayoutVars>
          <dgm:chMax val="1"/>
          <dgm:bulletEnabled val="1"/>
        </dgm:presLayoutVars>
      </dgm:prSet>
      <dgm:spPr/>
    </dgm:pt>
    <dgm:pt modelId="{F74934BD-7762-498D-9D1A-8AD0D7B99F54}" type="pres">
      <dgm:prSet presAssocID="{450AE043-47F7-4FA1-8966-9D97D0DFCAB8}" presName="Name8" presStyleCnt="0"/>
      <dgm:spPr/>
    </dgm:pt>
    <dgm:pt modelId="{57DD7724-B0E0-45E9-86E1-0DEB97A557E3}" type="pres">
      <dgm:prSet presAssocID="{450AE043-47F7-4FA1-8966-9D97D0DFCAB8}" presName="level" presStyleLbl="node1" presStyleIdx="1" presStyleCnt="3">
        <dgm:presLayoutVars>
          <dgm:chMax val="1"/>
          <dgm:bulletEnabled val="1"/>
        </dgm:presLayoutVars>
      </dgm:prSet>
      <dgm:spPr/>
    </dgm:pt>
    <dgm:pt modelId="{C6C75B41-CEAA-4192-B398-A9B1CBC74148}" type="pres">
      <dgm:prSet presAssocID="{450AE043-47F7-4FA1-8966-9D97D0DFCAB8}" presName="levelTx" presStyleLbl="revTx" presStyleIdx="0" presStyleCnt="0">
        <dgm:presLayoutVars>
          <dgm:chMax val="1"/>
          <dgm:bulletEnabled val="1"/>
        </dgm:presLayoutVars>
      </dgm:prSet>
      <dgm:spPr/>
    </dgm:pt>
    <dgm:pt modelId="{E1183335-C0A1-49E2-A6C8-C28A1F977112}" type="pres">
      <dgm:prSet presAssocID="{49B6200D-CBF1-4FC0-88A2-1A2E57D08811}" presName="Name8" presStyleCnt="0"/>
      <dgm:spPr/>
    </dgm:pt>
    <dgm:pt modelId="{86B175E1-1660-4031-A97F-55713F34F90C}" type="pres">
      <dgm:prSet presAssocID="{49B6200D-CBF1-4FC0-88A2-1A2E57D08811}" presName="level" presStyleLbl="node1" presStyleIdx="2" presStyleCnt="3">
        <dgm:presLayoutVars>
          <dgm:chMax val="1"/>
          <dgm:bulletEnabled val="1"/>
        </dgm:presLayoutVars>
      </dgm:prSet>
      <dgm:spPr/>
    </dgm:pt>
    <dgm:pt modelId="{9970910B-43CC-44B7-A3A6-F4E89F0CED97}" type="pres">
      <dgm:prSet presAssocID="{49B6200D-CBF1-4FC0-88A2-1A2E57D08811}" presName="levelTx" presStyleLbl="revTx" presStyleIdx="0" presStyleCnt="0">
        <dgm:presLayoutVars>
          <dgm:chMax val="1"/>
          <dgm:bulletEnabled val="1"/>
        </dgm:presLayoutVars>
      </dgm:prSet>
      <dgm:spPr/>
    </dgm:pt>
  </dgm:ptLst>
  <dgm:cxnLst>
    <dgm:cxn modelId="{57B0DA01-7FEC-47FE-A5DD-C05E4529EE12}" srcId="{81AB3B06-0637-485A-9D2B-A8B4DBDE5C83}" destId="{BDB98AF6-922B-4F5A-ABAE-8A13E5DA0483}" srcOrd="0" destOrd="0" parTransId="{FBD5CED7-88CD-42F8-9754-7EB5A7031C61}" sibTransId="{4BDC02CD-C0FF-4D03-81F3-52126D563C57}"/>
    <dgm:cxn modelId="{95185329-C944-4056-8ECB-5F27E090A958}" type="presOf" srcId="{BDB98AF6-922B-4F5A-ABAE-8A13E5DA0483}" destId="{2C007AFD-200F-474B-824C-BB8658050CDF}" srcOrd="1" destOrd="0" presId="urn:microsoft.com/office/officeart/2005/8/layout/pyramid3"/>
    <dgm:cxn modelId="{9D770945-6640-462D-AE3F-02DF74CE53D3}" type="presOf" srcId="{BDB98AF6-922B-4F5A-ABAE-8A13E5DA0483}" destId="{973D83C1-4A6B-4731-AB54-7ADC0E307D8D}" srcOrd="0" destOrd="0" presId="urn:microsoft.com/office/officeart/2005/8/layout/pyramid3"/>
    <dgm:cxn modelId="{22671A50-125E-41C1-876B-FC05D8DA488F}" type="presOf" srcId="{450AE043-47F7-4FA1-8966-9D97D0DFCAB8}" destId="{C6C75B41-CEAA-4192-B398-A9B1CBC74148}" srcOrd="1" destOrd="0" presId="urn:microsoft.com/office/officeart/2005/8/layout/pyramid3"/>
    <dgm:cxn modelId="{E1EAB076-DECC-4B96-BA53-A70278EBBD6D}" type="presOf" srcId="{49B6200D-CBF1-4FC0-88A2-1A2E57D08811}" destId="{86B175E1-1660-4031-A97F-55713F34F90C}" srcOrd="0" destOrd="0" presId="urn:microsoft.com/office/officeart/2005/8/layout/pyramid3"/>
    <dgm:cxn modelId="{9A85BA80-6F4E-4780-839D-DAB9A89F4111}" srcId="{81AB3B06-0637-485A-9D2B-A8B4DBDE5C83}" destId="{49B6200D-CBF1-4FC0-88A2-1A2E57D08811}" srcOrd="2" destOrd="0" parTransId="{6B35CEC5-DDF5-4610-A2BA-2431170EC10D}" sibTransId="{5869EF78-EE5A-444B-917E-501D9CCB73CE}"/>
    <dgm:cxn modelId="{58F09B8B-006F-4D20-9C80-42EF7A2FCCCB}" type="presOf" srcId="{450AE043-47F7-4FA1-8966-9D97D0DFCAB8}" destId="{57DD7724-B0E0-45E9-86E1-0DEB97A557E3}" srcOrd="0" destOrd="0" presId="urn:microsoft.com/office/officeart/2005/8/layout/pyramid3"/>
    <dgm:cxn modelId="{5D07C3BB-0DE8-42BB-81ED-2B8F1E199D89}" type="presOf" srcId="{81AB3B06-0637-485A-9D2B-A8B4DBDE5C83}" destId="{1EF6E698-43A6-420E-BB1D-567797A66216}" srcOrd="0" destOrd="0" presId="urn:microsoft.com/office/officeart/2005/8/layout/pyramid3"/>
    <dgm:cxn modelId="{328239CD-8DFF-464B-B714-72E3FE2B6A9C}" type="presOf" srcId="{49B6200D-CBF1-4FC0-88A2-1A2E57D08811}" destId="{9970910B-43CC-44B7-A3A6-F4E89F0CED97}" srcOrd="1" destOrd="0" presId="urn:microsoft.com/office/officeart/2005/8/layout/pyramid3"/>
    <dgm:cxn modelId="{A57B1AD6-DDE8-4EAB-A60E-B85A50108010}" srcId="{81AB3B06-0637-485A-9D2B-A8B4DBDE5C83}" destId="{450AE043-47F7-4FA1-8966-9D97D0DFCAB8}" srcOrd="1" destOrd="0" parTransId="{964FAB50-88D5-42E6-8AD6-9A9069EEA2A5}" sibTransId="{53851A7F-455C-4BA5-B32E-8F1167925A7C}"/>
    <dgm:cxn modelId="{DCFDE59D-AF00-4E1F-8A60-A9E4C256CFD9}" type="presParOf" srcId="{1EF6E698-43A6-420E-BB1D-567797A66216}" destId="{32436527-BC7B-4629-BEDA-ADC9E56D9AE7}" srcOrd="0" destOrd="0" presId="urn:microsoft.com/office/officeart/2005/8/layout/pyramid3"/>
    <dgm:cxn modelId="{B770209B-FAF8-4725-AF9E-D5C22680054F}" type="presParOf" srcId="{32436527-BC7B-4629-BEDA-ADC9E56D9AE7}" destId="{973D83C1-4A6B-4731-AB54-7ADC0E307D8D}" srcOrd="0" destOrd="0" presId="urn:microsoft.com/office/officeart/2005/8/layout/pyramid3"/>
    <dgm:cxn modelId="{BD562E95-85B9-4258-BD6D-6B5F9A5A76D5}" type="presParOf" srcId="{32436527-BC7B-4629-BEDA-ADC9E56D9AE7}" destId="{2C007AFD-200F-474B-824C-BB8658050CDF}" srcOrd="1" destOrd="0" presId="urn:microsoft.com/office/officeart/2005/8/layout/pyramid3"/>
    <dgm:cxn modelId="{389416F4-FCDB-4FF8-BA42-2A179896DA3E}" type="presParOf" srcId="{1EF6E698-43A6-420E-BB1D-567797A66216}" destId="{F74934BD-7762-498D-9D1A-8AD0D7B99F54}" srcOrd="1" destOrd="0" presId="urn:microsoft.com/office/officeart/2005/8/layout/pyramid3"/>
    <dgm:cxn modelId="{FDEAB0BB-6326-4F23-8E36-2DB957553B4E}" type="presParOf" srcId="{F74934BD-7762-498D-9D1A-8AD0D7B99F54}" destId="{57DD7724-B0E0-45E9-86E1-0DEB97A557E3}" srcOrd="0" destOrd="0" presId="urn:microsoft.com/office/officeart/2005/8/layout/pyramid3"/>
    <dgm:cxn modelId="{927572BB-45DE-4257-9D2D-5FC7B2160F2E}" type="presParOf" srcId="{F74934BD-7762-498D-9D1A-8AD0D7B99F54}" destId="{C6C75B41-CEAA-4192-B398-A9B1CBC74148}" srcOrd="1" destOrd="0" presId="urn:microsoft.com/office/officeart/2005/8/layout/pyramid3"/>
    <dgm:cxn modelId="{FDF43137-AF87-4415-BC6D-6A050A9C1E40}" type="presParOf" srcId="{1EF6E698-43A6-420E-BB1D-567797A66216}" destId="{E1183335-C0A1-49E2-A6C8-C28A1F977112}" srcOrd="2" destOrd="0" presId="urn:microsoft.com/office/officeart/2005/8/layout/pyramid3"/>
    <dgm:cxn modelId="{4BC4B017-2346-459F-A9A1-E0405A31417D}" type="presParOf" srcId="{E1183335-C0A1-49E2-A6C8-C28A1F977112}" destId="{86B175E1-1660-4031-A97F-55713F34F90C}" srcOrd="0" destOrd="0" presId="urn:microsoft.com/office/officeart/2005/8/layout/pyramid3"/>
    <dgm:cxn modelId="{12858035-E09C-4851-9CD9-A17A27B35013}" type="presParOf" srcId="{E1183335-C0A1-49E2-A6C8-C28A1F977112}" destId="{9970910B-43CC-44B7-A3A6-F4E89F0CED97}" srcOrd="1" destOrd="0" presId="urn:microsoft.com/office/officeart/2005/8/layout/pyramid3"/>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84A985E-E4E1-4518-AB6C-0C94298C43AC}" type="doc">
      <dgm:prSet loTypeId="urn:microsoft.com/office/officeart/2005/8/layout/radial5" loCatId="relationship" qsTypeId="urn:microsoft.com/office/officeart/2005/8/quickstyle/simple1" qsCatId="simple" csTypeId="urn:microsoft.com/office/officeart/2005/8/colors/accent2_1" csCatId="accent2" phldr="1"/>
      <dgm:spPr/>
      <dgm:t>
        <a:bodyPr/>
        <a:lstStyle/>
        <a:p>
          <a:endParaRPr lang="en-GB"/>
        </a:p>
      </dgm:t>
    </dgm:pt>
    <dgm:pt modelId="{7CA5FC17-AF26-4415-BCA2-5AC1FF21EB02}">
      <dgm:prSet phldrT="[Text]" custT="1"/>
      <dgm:spPr/>
      <dgm:t>
        <a:bodyPr lIns="0" tIns="0" rIns="0" bIns="0"/>
        <a:lstStyle/>
        <a:p>
          <a:r>
            <a:rPr lang="cs-CZ" sz="2800" b="1" dirty="0" err="1"/>
            <a:t>System</a:t>
          </a:r>
          <a:r>
            <a:rPr lang="cs-CZ" sz="2800" b="1" dirty="0"/>
            <a:t> </a:t>
          </a:r>
          <a:r>
            <a:rPr lang="cs-CZ" sz="2800" b="1" dirty="0" err="1"/>
            <a:t>thinking</a:t>
          </a:r>
          <a:endParaRPr lang="en-GB" sz="2800" b="1" dirty="0"/>
        </a:p>
      </dgm:t>
    </dgm:pt>
    <dgm:pt modelId="{3FA25802-0713-4DE8-A543-A51345E7E56C}" type="parTrans" cxnId="{BF330F5D-A09F-4C5E-AFA1-FE1F33E8E839}">
      <dgm:prSet/>
      <dgm:spPr/>
      <dgm:t>
        <a:bodyPr/>
        <a:lstStyle/>
        <a:p>
          <a:endParaRPr lang="en-GB"/>
        </a:p>
      </dgm:t>
    </dgm:pt>
    <dgm:pt modelId="{E17E8FCC-DA9F-4088-9700-722A87F8288B}" type="sibTrans" cxnId="{BF330F5D-A09F-4C5E-AFA1-FE1F33E8E839}">
      <dgm:prSet/>
      <dgm:spPr/>
      <dgm:t>
        <a:bodyPr/>
        <a:lstStyle/>
        <a:p>
          <a:endParaRPr lang="en-GB"/>
        </a:p>
      </dgm:t>
    </dgm:pt>
    <dgm:pt modelId="{50C8D825-8836-49D4-A03D-531303308A53}">
      <dgm:prSet phldrT="[Text]" custT="1"/>
      <dgm:spPr/>
      <dgm:t>
        <a:bodyPr/>
        <a:lstStyle/>
        <a:p>
          <a:r>
            <a:rPr lang="cs-CZ" sz="1600" b="1" dirty="0" err="1"/>
            <a:t>Continuum</a:t>
          </a:r>
          <a:r>
            <a:rPr lang="cs-CZ" sz="1600" b="1" dirty="0"/>
            <a:t> </a:t>
          </a:r>
          <a:r>
            <a:rPr lang="cs-CZ" sz="1600" b="1" dirty="0" err="1"/>
            <a:t>Thinking</a:t>
          </a:r>
          <a:endParaRPr lang="en-GB" sz="1800" b="1" dirty="0"/>
        </a:p>
      </dgm:t>
    </dgm:pt>
    <dgm:pt modelId="{C3BFA693-EA29-4311-BAF4-C27E4BBA2F98}" type="parTrans" cxnId="{A5CA1888-2CB1-43A1-88CB-F94C596472BA}">
      <dgm:prSet/>
      <dgm:spPr/>
      <dgm:t>
        <a:bodyPr/>
        <a:lstStyle/>
        <a:p>
          <a:endParaRPr lang="en-GB" dirty="0"/>
        </a:p>
      </dgm:t>
    </dgm:pt>
    <dgm:pt modelId="{D5AB930C-387C-45F1-AA05-EC6F055F105C}" type="sibTrans" cxnId="{A5CA1888-2CB1-43A1-88CB-F94C596472BA}">
      <dgm:prSet/>
      <dgm:spPr/>
      <dgm:t>
        <a:bodyPr/>
        <a:lstStyle/>
        <a:p>
          <a:endParaRPr lang="en-GB"/>
        </a:p>
      </dgm:t>
    </dgm:pt>
    <dgm:pt modelId="{9776811F-ADB6-4A66-8372-1DCBDF290E96}">
      <dgm:prSet phldrT="[Text]" custT="1"/>
      <dgm:spPr/>
      <dgm:t>
        <a:bodyPr/>
        <a:lstStyle/>
        <a:p>
          <a:r>
            <a:rPr lang="cs-CZ" sz="1600" b="1" dirty="0" err="1"/>
            <a:t>Dynamic</a:t>
          </a:r>
          <a:r>
            <a:rPr lang="cs-CZ" sz="1600" b="1" dirty="0"/>
            <a:t> </a:t>
          </a:r>
          <a:r>
            <a:rPr lang="cs-CZ" sz="1600" b="1" dirty="0" err="1"/>
            <a:t>Thinking</a:t>
          </a:r>
          <a:endParaRPr lang="en-GB" sz="1600" b="1" dirty="0"/>
        </a:p>
      </dgm:t>
    </dgm:pt>
    <dgm:pt modelId="{4DF114A7-3803-4232-B15C-556C3106E4E1}" type="parTrans" cxnId="{324312C8-98F3-423A-BC84-858B39B71491}">
      <dgm:prSet/>
      <dgm:spPr/>
      <dgm:t>
        <a:bodyPr/>
        <a:lstStyle/>
        <a:p>
          <a:endParaRPr lang="en-GB"/>
        </a:p>
      </dgm:t>
    </dgm:pt>
    <dgm:pt modelId="{637552C9-557B-4A58-80F6-956C42037A35}" type="sibTrans" cxnId="{324312C8-98F3-423A-BC84-858B39B71491}">
      <dgm:prSet/>
      <dgm:spPr/>
      <dgm:t>
        <a:bodyPr/>
        <a:lstStyle/>
        <a:p>
          <a:endParaRPr lang="en-GB"/>
        </a:p>
      </dgm:t>
    </dgm:pt>
    <dgm:pt modelId="{B09C50DA-DBCF-4841-B84A-475400475B28}">
      <dgm:prSet phldrT="[Text]"/>
      <dgm:spPr/>
      <dgm:t>
        <a:bodyPr/>
        <a:lstStyle/>
        <a:p>
          <a:r>
            <a:rPr lang="cs-CZ" sz="1600" b="1" dirty="0" err="1"/>
            <a:t>Operational</a:t>
          </a:r>
          <a:r>
            <a:rPr lang="cs-CZ" sz="1600" b="1" dirty="0"/>
            <a:t> </a:t>
          </a:r>
          <a:r>
            <a:rPr lang="cs-CZ" sz="1600" b="1" dirty="0" err="1"/>
            <a:t>Thinking</a:t>
          </a:r>
          <a:endParaRPr lang="en-GB" sz="1600" b="1" dirty="0"/>
        </a:p>
      </dgm:t>
    </dgm:pt>
    <dgm:pt modelId="{BC057B74-519B-4195-A40D-F8E4FE3FC777}" type="parTrans" cxnId="{DE69D9C4-87A9-46C5-976D-B6ED0258F221}">
      <dgm:prSet/>
      <dgm:spPr/>
      <dgm:t>
        <a:bodyPr/>
        <a:lstStyle/>
        <a:p>
          <a:endParaRPr lang="en-GB"/>
        </a:p>
      </dgm:t>
    </dgm:pt>
    <dgm:pt modelId="{44DACA21-4363-4AE5-B9D4-B1F2B1D7AB1D}" type="sibTrans" cxnId="{DE69D9C4-87A9-46C5-976D-B6ED0258F221}">
      <dgm:prSet/>
      <dgm:spPr/>
      <dgm:t>
        <a:bodyPr/>
        <a:lstStyle/>
        <a:p>
          <a:endParaRPr lang="en-GB"/>
        </a:p>
      </dgm:t>
    </dgm:pt>
    <dgm:pt modelId="{792EE29C-BDBF-45BE-BF97-B2BC71EB2EFA}">
      <dgm:prSet phldrT="[Text]" custT="1"/>
      <dgm:spPr/>
      <dgm:t>
        <a:bodyPr/>
        <a:lstStyle/>
        <a:p>
          <a:r>
            <a:rPr lang="cs-CZ" sz="1600" b="1" dirty="0" err="1"/>
            <a:t>Scientific</a:t>
          </a:r>
          <a:r>
            <a:rPr lang="cs-CZ" sz="1600" b="1" dirty="0"/>
            <a:t> </a:t>
          </a:r>
          <a:r>
            <a:rPr lang="cs-CZ" sz="1600" b="1" dirty="0" err="1"/>
            <a:t>Thinking</a:t>
          </a:r>
          <a:endParaRPr lang="en-GB" sz="1600" b="1" dirty="0"/>
        </a:p>
      </dgm:t>
    </dgm:pt>
    <dgm:pt modelId="{18FCE768-EBC5-4764-BEA8-B40A2FCB1385}" type="parTrans" cxnId="{B5B7A4B8-4E33-4E02-8D24-D54F0FD4518D}">
      <dgm:prSet/>
      <dgm:spPr/>
      <dgm:t>
        <a:bodyPr/>
        <a:lstStyle/>
        <a:p>
          <a:endParaRPr lang="en-GB"/>
        </a:p>
      </dgm:t>
    </dgm:pt>
    <dgm:pt modelId="{3C2A8618-A851-4DCF-9654-7B37BE204B1B}" type="sibTrans" cxnId="{B5B7A4B8-4E33-4E02-8D24-D54F0FD4518D}">
      <dgm:prSet/>
      <dgm:spPr/>
      <dgm:t>
        <a:bodyPr/>
        <a:lstStyle/>
        <a:p>
          <a:endParaRPr lang="en-GB"/>
        </a:p>
      </dgm:t>
    </dgm:pt>
    <dgm:pt modelId="{AEEBFCD1-7ED3-41A1-9C7F-D1868E33457E}">
      <dgm:prSet custT="1"/>
      <dgm:spPr/>
      <dgm:t>
        <a:bodyPr/>
        <a:lstStyle/>
        <a:p>
          <a:r>
            <a:rPr lang="cs-CZ" sz="1600" b="1" dirty="0" err="1"/>
            <a:t>Nonlinear</a:t>
          </a:r>
          <a:r>
            <a:rPr lang="cs-CZ" sz="1600" b="1" dirty="0"/>
            <a:t> </a:t>
          </a:r>
          <a:r>
            <a:rPr lang="cs-CZ" sz="1600" b="1" dirty="0" err="1"/>
            <a:t>thinking</a:t>
          </a:r>
          <a:endParaRPr lang="en-GB" sz="1600" b="1" dirty="0"/>
        </a:p>
      </dgm:t>
    </dgm:pt>
    <dgm:pt modelId="{DB98DB62-B999-4494-A869-2564DEB170DA}" type="parTrans" cxnId="{67F61170-A6A2-42C0-9912-28767559B193}">
      <dgm:prSet/>
      <dgm:spPr/>
      <dgm:t>
        <a:bodyPr/>
        <a:lstStyle/>
        <a:p>
          <a:endParaRPr lang="en-GB"/>
        </a:p>
      </dgm:t>
    </dgm:pt>
    <dgm:pt modelId="{A9273866-F6AE-4BDA-8CB7-0D3AD3A48EC3}" type="sibTrans" cxnId="{67F61170-A6A2-42C0-9912-28767559B193}">
      <dgm:prSet/>
      <dgm:spPr/>
      <dgm:t>
        <a:bodyPr/>
        <a:lstStyle/>
        <a:p>
          <a:endParaRPr lang="en-GB"/>
        </a:p>
      </dgm:t>
    </dgm:pt>
    <dgm:pt modelId="{209171C8-59C5-4BD7-9949-15ADB8132292}">
      <dgm:prSet custT="1"/>
      <dgm:spPr/>
      <dgm:t>
        <a:bodyPr/>
        <a:lstStyle/>
        <a:p>
          <a:r>
            <a:rPr lang="cs-CZ" sz="1600" b="1" dirty="0" err="1"/>
            <a:t>Close-Loop</a:t>
          </a:r>
          <a:r>
            <a:rPr lang="cs-CZ" sz="1600" b="1" dirty="0"/>
            <a:t> </a:t>
          </a:r>
          <a:r>
            <a:rPr lang="cs-CZ" sz="1600" b="1" dirty="0" err="1"/>
            <a:t>Thinking</a:t>
          </a:r>
          <a:endParaRPr lang="en-GB" sz="1600" b="1" dirty="0"/>
        </a:p>
      </dgm:t>
    </dgm:pt>
    <dgm:pt modelId="{7BECC869-0012-4092-827D-C2437B43B6F2}" type="parTrans" cxnId="{91E186FA-6300-4325-AB2B-514F5AA84F9A}">
      <dgm:prSet/>
      <dgm:spPr/>
      <dgm:t>
        <a:bodyPr/>
        <a:lstStyle/>
        <a:p>
          <a:endParaRPr lang="en-GB"/>
        </a:p>
      </dgm:t>
    </dgm:pt>
    <dgm:pt modelId="{66D9E7D4-C5F8-495D-9503-77567BFF0CC9}" type="sibTrans" cxnId="{91E186FA-6300-4325-AB2B-514F5AA84F9A}">
      <dgm:prSet/>
      <dgm:spPr/>
      <dgm:t>
        <a:bodyPr/>
        <a:lstStyle/>
        <a:p>
          <a:endParaRPr lang="en-GB"/>
        </a:p>
      </dgm:t>
    </dgm:pt>
    <dgm:pt modelId="{4DF1D173-0397-4E00-89EB-1BFB2DA744CB}">
      <dgm:prSet custT="1"/>
      <dgm:spPr/>
      <dgm:t>
        <a:bodyPr/>
        <a:lstStyle/>
        <a:p>
          <a:r>
            <a:rPr lang="cs-CZ" sz="1600" b="1" dirty="0" err="1"/>
            <a:t>Creative</a:t>
          </a:r>
          <a:r>
            <a:rPr lang="cs-CZ" sz="1600" b="1" dirty="0"/>
            <a:t> </a:t>
          </a:r>
          <a:r>
            <a:rPr lang="cs-CZ" sz="1600" b="1" dirty="0" err="1"/>
            <a:t>Thinking</a:t>
          </a:r>
          <a:endParaRPr lang="en-GB" sz="1600" b="1" dirty="0"/>
        </a:p>
      </dgm:t>
    </dgm:pt>
    <dgm:pt modelId="{739E0BF3-A7EE-4BD3-A702-464803BE3B6B}" type="parTrans" cxnId="{E4F153F6-AAB6-473F-8B97-3E33B4E54744}">
      <dgm:prSet/>
      <dgm:spPr/>
      <dgm:t>
        <a:bodyPr/>
        <a:lstStyle/>
        <a:p>
          <a:endParaRPr lang="en-GB"/>
        </a:p>
      </dgm:t>
    </dgm:pt>
    <dgm:pt modelId="{020391C0-0E29-46B5-B854-10EFF2154CD9}" type="sibTrans" cxnId="{E4F153F6-AAB6-473F-8B97-3E33B4E54744}">
      <dgm:prSet/>
      <dgm:spPr/>
      <dgm:t>
        <a:bodyPr/>
        <a:lstStyle/>
        <a:p>
          <a:endParaRPr lang="en-GB"/>
        </a:p>
      </dgm:t>
    </dgm:pt>
    <dgm:pt modelId="{5E7F9A40-F4C8-43DD-BDA3-557DCDF18407}">
      <dgm:prSet custT="1"/>
      <dgm:spPr/>
      <dgm:t>
        <a:bodyPr/>
        <a:lstStyle/>
        <a:p>
          <a:r>
            <a:rPr lang="cs-CZ" sz="1600" b="1" dirty="0" err="1"/>
            <a:t>Generic</a:t>
          </a:r>
          <a:r>
            <a:rPr lang="cs-CZ" sz="1600" b="1" dirty="0"/>
            <a:t> </a:t>
          </a:r>
          <a:r>
            <a:rPr lang="cs-CZ" sz="1600" b="1" dirty="0" err="1"/>
            <a:t>Thinking</a:t>
          </a:r>
          <a:endParaRPr lang="en-GB" sz="1600" b="1" dirty="0"/>
        </a:p>
      </dgm:t>
    </dgm:pt>
    <dgm:pt modelId="{C2508199-3AF0-44BE-99EC-E4A8B7159507}" type="parTrans" cxnId="{C14B94F2-3CB3-45C6-8022-CC4CE55879B8}">
      <dgm:prSet/>
      <dgm:spPr/>
      <dgm:t>
        <a:bodyPr/>
        <a:lstStyle/>
        <a:p>
          <a:endParaRPr lang="en-GB"/>
        </a:p>
      </dgm:t>
    </dgm:pt>
    <dgm:pt modelId="{6E673C79-BEF8-4B8D-AC5E-29F715C4E91E}" type="sibTrans" cxnId="{C14B94F2-3CB3-45C6-8022-CC4CE55879B8}">
      <dgm:prSet/>
      <dgm:spPr/>
      <dgm:t>
        <a:bodyPr/>
        <a:lstStyle/>
        <a:p>
          <a:endParaRPr lang="en-GB"/>
        </a:p>
      </dgm:t>
    </dgm:pt>
    <dgm:pt modelId="{1872742C-F816-47CF-86B4-B109AF395E59}">
      <dgm:prSet custT="1"/>
      <dgm:spPr/>
      <dgm:t>
        <a:bodyPr/>
        <a:lstStyle/>
        <a:p>
          <a:r>
            <a:rPr lang="cs-CZ" sz="1100" b="1" dirty="0"/>
            <a:t>A</a:t>
          </a:r>
          <a:r>
            <a:rPr lang="en-US" sz="1100" b="1" dirty="0" err="1"/>
            <a:t>bility</a:t>
          </a:r>
          <a:r>
            <a:rPr lang="en-US" sz="1100" b="1" dirty="0"/>
            <a:t> to see and deduce behavior patterns rather than</a:t>
          </a:r>
          <a:r>
            <a:rPr lang="cs-CZ" sz="1100" b="1" dirty="0"/>
            <a:t> </a:t>
          </a:r>
          <a:r>
            <a:rPr lang="en-US" sz="1100" b="1" dirty="0"/>
            <a:t>focusing on, and seeking to predict, events</a:t>
          </a:r>
          <a:r>
            <a:rPr lang="cs-CZ" sz="1100" b="1" dirty="0"/>
            <a:t>.</a:t>
          </a:r>
          <a:endParaRPr lang="en-GB" sz="1100" b="1" dirty="0"/>
        </a:p>
      </dgm:t>
    </dgm:pt>
    <dgm:pt modelId="{2570BDE4-FF4E-4F33-9BFD-E4595DE55D3C}" type="parTrans" cxnId="{0C853C27-1ABA-44E4-969F-331B9E11E2CD}">
      <dgm:prSet/>
      <dgm:spPr/>
      <dgm:t>
        <a:bodyPr/>
        <a:lstStyle/>
        <a:p>
          <a:endParaRPr lang="en-GB"/>
        </a:p>
      </dgm:t>
    </dgm:pt>
    <dgm:pt modelId="{30324F0D-DFAD-4035-A2FB-FE0EB14413A3}" type="sibTrans" cxnId="{0C853C27-1ABA-44E4-969F-331B9E11E2CD}">
      <dgm:prSet/>
      <dgm:spPr/>
      <dgm:t>
        <a:bodyPr/>
        <a:lstStyle/>
        <a:p>
          <a:endParaRPr lang="en-GB"/>
        </a:p>
      </dgm:t>
    </dgm:pt>
    <dgm:pt modelId="{3B079596-198F-4D0F-9504-1F94AF4739E2}">
      <dgm:prSet custT="1"/>
      <dgm:spPr/>
      <dgm:t>
        <a:bodyPr/>
        <a:lstStyle/>
        <a:p>
          <a:r>
            <a:rPr lang="cs-CZ" sz="1050" b="1" dirty="0" err="1"/>
            <a:t>Seeking</a:t>
          </a:r>
          <a:r>
            <a:rPr lang="cs-CZ" sz="1050" b="1" dirty="0"/>
            <a:t> </a:t>
          </a:r>
          <a:r>
            <a:rPr lang="cs-CZ" sz="1050" b="1" dirty="0" err="1"/>
            <a:t>for</a:t>
          </a:r>
          <a:r>
            <a:rPr lang="cs-CZ" sz="1050" b="1" dirty="0"/>
            <a:t> </a:t>
          </a:r>
          <a:r>
            <a:rPr lang="cs-CZ" sz="1050" b="1" dirty="0" err="1"/>
            <a:t>the</a:t>
          </a:r>
          <a:r>
            <a:rPr lang="cs-CZ" sz="1050" b="1" dirty="0"/>
            <a:t> </a:t>
          </a:r>
          <a:r>
            <a:rPr lang="cs-CZ" sz="1050" b="1" dirty="0" err="1"/>
            <a:t>feedbacks</a:t>
          </a:r>
          <a:endParaRPr lang="en-GB" sz="1050" b="1" dirty="0"/>
        </a:p>
      </dgm:t>
    </dgm:pt>
    <dgm:pt modelId="{202E1ECB-B25D-4DD2-9D08-00FE5F50DB6A}" type="parTrans" cxnId="{DABE1EC0-D805-48DA-B3AB-98542ABF25B3}">
      <dgm:prSet/>
      <dgm:spPr/>
      <dgm:t>
        <a:bodyPr/>
        <a:lstStyle/>
        <a:p>
          <a:endParaRPr lang="en-GB"/>
        </a:p>
      </dgm:t>
    </dgm:pt>
    <dgm:pt modelId="{4CEF9000-702A-4432-96C4-EA26AD95EBD7}" type="sibTrans" cxnId="{DABE1EC0-D805-48DA-B3AB-98542ABF25B3}">
      <dgm:prSet/>
      <dgm:spPr/>
      <dgm:t>
        <a:bodyPr/>
        <a:lstStyle/>
        <a:p>
          <a:endParaRPr lang="en-GB"/>
        </a:p>
      </dgm:t>
    </dgm:pt>
    <dgm:pt modelId="{5E33BD1E-6233-4633-B996-2564EBAD4E63}">
      <dgm:prSet custT="1"/>
      <dgm:spPr/>
      <dgm:t>
        <a:bodyPr/>
        <a:lstStyle/>
        <a:p>
          <a:r>
            <a:rPr lang="cs-CZ" sz="1050" b="1" dirty="0" err="1"/>
            <a:t>Identifications</a:t>
          </a:r>
          <a:r>
            <a:rPr lang="cs-CZ" sz="1050" b="1" dirty="0"/>
            <a:t> </a:t>
          </a:r>
          <a:r>
            <a:rPr lang="cs-CZ" sz="1050" b="1" dirty="0" err="1"/>
            <a:t>of</a:t>
          </a:r>
          <a:r>
            <a:rPr lang="cs-CZ" sz="1050" b="1" dirty="0"/>
            <a:t> </a:t>
          </a:r>
          <a:r>
            <a:rPr lang="cs-CZ" sz="1050" b="1" dirty="0" err="1"/>
            <a:t>types</a:t>
          </a:r>
          <a:r>
            <a:rPr lang="cs-CZ" sz="1050" b="1" dirty="0"/>
            <a:t> </a:t>
          </a:r>
          <a:r>
            <a:rPr lang="cs-CZ" sz="1050" b="1" dirty="0" err="1"/>
            <a:t>of</a:t>
          </a:r>
          <a:r>
            <a:rPr lang="cs-CZ" sz="1050" b="1" dirty="0"/>
            <a:t> </a:t>
          </a:r>
          <a:r>
            <a:rPr lang="cs-CZ" sz="1050" b="1" dirty="0" err="1"/>
            <a:t>feedbacks</a:t>
          </a:r>
          <a:r>
            <a:rPr lang="cs-CZ" sz="1050" b="1" dirty="0"/>
            <a:t>.</a:t>
          </a:r>
          <a:endParaRPr lang="en-GB" sz="1050" b="1" dirty="0"/>
        </a:p>
      </dgm:t>
    </dgm:pt>
    <dgm:pt modelId="{8EAB8F70-30BE-408C-BF8C-1D7AA1BB4D7B}" type="parTrans" cxnId="{2FEEE786-474E-44AE-838D-DF3F499183BA}">
      <dgm:prSet/>
      <dgm:spPr/>
      <dgm:t>
        <a:bodyPr/>
        <a:lstStyle/>
        <a:p>
          <a:endParaRPr lang="en-GB"/>
        </a:p>
      </dgm:t>
    </dgm:pt>
    <dgm:pt modelId="{8A2093EF-B2EA-4D88-B589-4F1E8D24B924}" type="sibTrans" cxnId="{2FEEE786-474E-44AE-838D-DF3F499183BA}">
      <dgm:prSet/>
      <dgm:spPr/>
      <dgm:t>
        <a:bodyPr/>
        <a:lstStyle/>
        <a:p>
          <a:endParaRPr lang="en-GB"/>
        </a:p>
      </dgm:t>
    </dgm:pt>
    <dgm:pt modelId="{F13FD667-9EAD-4098-B26D-187082D55D53}">
      <dgm:prSet custT="1"/>
      <dgm:spPr/>
      <dgm:t>
        <a:bodyPr/>
        <a:lstStyle/>
        <a:p>
          <a:r>
            <a:rPr lang="cs-CZ" sz="1100" b="1" dirty="0" err="1"/>
            <a:t>Leave</a:t>
          </a:r>
          <a:r>
            <a:rPr lang="cs-CZ" sz="1100" b="1" dirty="0"/>
            <a:t> </a:t>
          </a:r>
          <a:r>
            <a:rPr lang="cs-CZ" sz="1100" b="1" dirty="0" err="1"/>
            <a:t>obvious</a:t>
          </a:r>
          <a:r>
            <a:rPr lang="cs-CZ" sz="1100" b="1" dirty="0"/>
            <a:t> “</a:t>
          </a:r>
          <a:r>
            <a:rPr lang="cs-CZ" sz="1100" b="1" dirty="0" err="1"/>
            <a:t>solutions</a:t>
          </a:r>
          <a:r>
            <a:rPr lang="cs-CZ" sz="1100" b="1" dirty="0"/>
            <a:t>“.</a:t>
          </a:r>
          <a:endParaRPr lang="en-GB" sz="1100" b="1" dirty="0"/>
        </a:p>
      </dgm:t>
    </dgm:pt>
    <dgm:pt modelId="{488C0BD4-639C-4883-AB42-907F31BED22E}" type="parTrans" cxnId="{1BB15D5E-8EA5-4FA8-895E-9AEBF9219055}">
      <dgm:prSet/>
      <dgm:spPr/>
      <dgm:t>
        <a:bodyPr/>
        <a:lstStyle/>
        <a:p>
          <a:endParaRPr lang="en-GB"/>
        </a:p>
      </dgm:t>
    </dgm:pt>
    <dgm:pt modelId="{B7584C69-39B2-49D5-9215-AFBA460442ED}" type="sibTrans" cxnId="{1BB15D5E-8EA5-4FA8-895E-9AEBF9219055}">
      <dgm:prSet/>
      <dgm:spPr/>
      <dgm:t>
        <a:bodyPr/>
        <a:lstStyle/>
        <a:p>
          <a:endParaRPr lang="en-GB"/>
        </a:p>
      </dgm:t>
    </dgm:pt>
    <dgm:pt modelId="{CCFEF711-199A-4AFA-9718-F797280F6E1F}">
      <dgm:prSet custT="1"/>
      <dgm:spPr/>
      <dgm:t>
        <a:bodyPr/>
        <a:lstStyle/>
        <a:p>
          <a:r>
            <a:rPr lang="cs-CZ" sz="1100" b="1" dirty="0"/>
            <a:t>Use </a:t>
          </a:r>
          <a:r>
            <a:rPr lang="cs-CZ" sz="1100" b="1" dirty="0" err="1"/>
            <a:t>tools</a:t>
          </a:r>
          <a:r>
            <a:rPr lang="cs-CZ" sz="1100" b="1" dirty="0"/>
            <a:t> </a:t>
          </a:r>
          <a:r>
            <a:rPr lang="cs-CZ" sz="1100" b="1" dirty="0" err="1"/>
            <a:t>of</a:t>
          </a:r>
          <a:r>
            <a:rPr lang="cs-CZ" sz="1100" b="1" dirty="0"/>
            <a:t> </a:t>
          </a:r>
          <a:r>
            <a:rPr lang="cs-CZ" sz="1100" b="1" dirty="0" err="1"/>
            <a:t>creative</a:t>
          </a:r>
          <a:r>
            <a:rPr lang="cs-CZ" sz="1100" b="1" dirty="0"/>
            <a:t> </a:t>
          </a:r>
          <a:r>
            <a:rPr lang="cs-CZ" sz="1100" b="1" dirty="0" err="1"/>
            <a:t>thinking</a:t>
          </a:r>
          <a:r>
            <a:rPr lang="cs-CZ" sz="1100" b="1" dirty="0"/>
            <a:t>.</a:t>
          </a:r>
          <a:endParaRPr lang="en-GB" sz="1100" b="1" dirty="0"/>
        </a:p>
      </dgm:t>
    </dgm:pt>
    <dgm:pt modelId="{FCD0E5CA-7B84-4418-A7FB-4461141616EF}" type="parTrans" cxnId="{BEA08455-3591-4BBB-89AE-A9D1D74954DB}">
      <dgm:prSet/>
      <dgm:spPr/>
      <dgm:t>
        <a:bodyPr/>
        <a:lstStyle/>
        <a:p>
          <a:endParaRPr lang="en-GB"/>
        </a:p>
      </dgm:t>
    </dgm:pt>
    <dgm:pt modelId="{6642761F-6507-4EC9-8E45-6EDCD5FDC0F3}" type="sibTrans" cxnId="{BEA08455-3591-4BBB-89AE-A9D1D74954DB}">
      <dgm:prSet/>
      <dgm:spPr/>
      <dgm:t>
        <a:bodyPr/>
        <a:lstStyle/>
        <a:p>
          <a:endParaRPr lang="en-GB"/>
        </a:p>
      </dgm:t>
    </dgm:pt>
    <dgm:pt modelId="{F55CEFCC-5E08-4107-A877-E31F8C2563EF}">
      <dgm:prSet custT="1"/>
      <dgm:spPr/>
      <dgm:t>
        <a:bodyPr/>
        <a:lstStyle/>
        <a:p>
          <a:r>
            <a:rPr lang="cs-CZ" sz="1100" b="1" dirty="0" err="1"/>
            <a:t>Effect</a:t>
          </a:r>
          <a:r>
            <a:rPr lang="cs-CZ" sz="1100" b="1" dirty="0"/>
            <a:t> </a:t>
          </a:r>
          <a:r>
            <a:rPr lang="cs-CZ" sz="1100" b="1" dirty="0" err="1"/>
            <a:t>is</a:t>
          </a:r>
          <a:r>
            <a:rPr lang="cs-CZ" sz="1100" b="1" dirty="0"/>
            <a:t> </a:t>
          </a:r>
          <a:r>
            <a:rPr lang="cs-CZ" sz="1100" b="1" dirty="0" err="1"/>
            <a:t>rarely</a:t>
          </a:r>
          <a:r>
            <a:rPr lang="cs-CZ" sz="1100" b="1" dirty="0"/>
            <a:t> </a:t>
          </a:r>
          <a:r>
            <a:rPr lang="cs-CZ" sz="1100" b="1" dirty="0" err="1"/>
            <a:t>proportional</a:t>
          </a:r>
          <a:r>
            <a:rPr lang="cs-CZ" sz="1100" b="1" dirty="0"/>
            <a:t> to cause.</a:t>
          </a:r>
          <a:endParaRPr lang="en-GB" sz="1100" b="1" dirty="0"/>
        </a:p>
      </dgm:t>
    </dgm:pt>
    <dgm:pt modelId="{BFB00698-A1C6-4B23-BAD1-AF759351271E}" type="parTrans" cxnId="{5D4C9CD5-33E0-47FC-A625-C95294A60446}">
      <dgm:prSet/>
      <dgm:spPr/>
      <dgm:t>
        <a:bodyPr/>
        <a:lstStyle/>
        <a:p>
          <a:endParaRPr lang="en-GB"/>
        </a:p>
      </dgm:t>
    </dgm:pt>
    <dgm:pt modelId="{43D29262-4198-4A09-9C1D-B2C56677E2B1}" type="sibTrans" cxnId="{5D4C9CD5-33E0-47FC-A625-C95294A60446}">
      <dgm:prSet/>
      <dgm:spPr/>
      <dgm:t>
        <a:bodyPr/>
        <a:lstStyle/>
        <a:p>
          <a:endParaRPr lang="en-GB"/>
        </a:p>
      </dgm:t>
    </dgm:pt>
    <dgm:pt modelId="{9DA27F22-DB5C-4A04-9E11-172C244F1012}">
      <dgm:prSet custT="1"/>
      <dgm:spPr/>
      <dgm:t>
        <a:bodyPr/>
        <a:lstStyle/>
        <a:p>
          <a:r>
            <a:rPr lang="cs-CZ" sz="1100" b="1" dirty="0" err="1"/>
            <a:t>Seeking</a:t>
          </a:r>
          <a:r>
            <a:rPr lang="cs-CZ" sz="1100" b="1" dirty="0"/>
            <a:t> </a:t>
          </a:r>
          <a:r>
            <a:rPr lang="cs-CZ" sz="1100" b="1" dirty="0" err="1"/>
            <a:t>leverage</a:t>
          </a:r>
          <a:r>
            <a:rPr lang="cs-CZ" sz="1100" b="1" dirty="0"/>
            <a:t> </a:t>
          </a:r>
          <a:r>
            <a:rPr lang="cs-CZ" sz="1100" b="1" dirty="0" err="1"/>
            <a:t>points</a:t>
          </a:r>
          <a:r>
            <a:rPr lang="cs-CZ" sz="1100" b="1" dirty="0"/>
            <a:t>.</a:t>
          </a:r>
          <a:endParaRPr lang="en-GB" sz="1100" b="1" dirty="0"/>
        </a:p>
      </dgm:t>
    </dgm:pt>
    <dgm:pt modelId="{892237F8-48E6-44C4-B225-154AF74C44E3}" type="parTrans" cxnId="{2B255A1F-EEAB-4D23-93B7-CE9D7C5EFC1D}">
      <dgm:prSet/>
      <dgm:spPr/>
      <dgm:t>
        <a:bodyPr/>
        <a:lstStyle/>
        <a:p>
          <a:endParaRPr lang="en-GB"/>
        </a:p>
      </dgm:t>
    </dgm:pt>
    <dgm:pt modelId="{DAE99D00-73D4-45BA-8116-1859FABE45B3}" type="sibTrans" cxnId="{2B255A1F-EEAB-4D23-93B7-CE9D7C5EFC1D}">
      <dgm:prSet/>
      <dgm:spPr/>
      <dgm:t>
        <a:bodyPr/>
        <a:lstStyle/>
        <a:p>
          <a:endParaRPr lang="en-GB"/>
        </a:p>
      </dgm:t>
    </dgm:pt>
    <dgm:pt modelId="{2CA56609-01C3-40C9-86E8-18D169B2794E}">
      <dgm:prSet custT="1"/>
      <dgm:spPr/>
      <dgm:t>
        <a:bodyPr/>
        <a:lstStyle/>
        <a:p>
          <a:r>
            <a:rPr lang="cs-CZ" sz="1100" b="1" dirty="0"/>
            <a:t>Do not </a:t>
          </a:r>
          <a:r>
            <a:rPr lang="cs-CZ" sz="1100" b="1" dirty="0" err="1"/>
            <a:t>focus</a:t>
          </a:r>
          <a:r>
            <a:rPr lang="cs-CZ" sz="1100" b="1" dirty="0"/>
            <a:t> </a:t>
          </a:r>
          <a:r>
            <a:rPr lang="cs-CZ" sz="1100" b="1" dirty="0" err="1"/>
            <a:t>only</a:t>
          </a:r>
          <a:r>
            <a:rPr lang="cs-CZ" sz="1100" b="1" dirty="0"/>
            <a:t> on </a:t>
          </a:r>
          <a:r>
            <a:rPr lang="cs-CZ" sz="1100" b="1" dirty="0" err="1"/>
            <a:t>specifics</a:t>
          </a:r>
          <a:r>
            <a:rPr lang="cs-CZ" sz="1100" b="1" dirty="0"/>
            <a:t> </a:t>
          </a:r>
          <a:endParaRPr lang="en-GB" sz="1100" b="1" dirty="0"/>
        </a:p>
      </dgm:t>
    </dgm:pt>
    <dgm:pt modelId="{36D48F2C-91B7-4A55-8D54-088E17963E7B}" type="parTrans" cxnId="{3EC08FEE-0720-4E7D-B299-6B218C550ED6}">
      <dgm:prSet/>
      <dgm:spPr/>
      <dgm:t>
        <a:bodyPr/>
        <a:lstStyle/>
        <a:p>
          <a:endParaRPr lang="en-GB"/>
        </a:p>
      </dgm:t>
    </dgm:pt>
    <dgm:pt modelId="{00B34CEC-3FDD-47A3-80C2-2D2B07EAD9DB}" type="sibTrans" cxnId="{3EC08FEE-0720-4E7D-B299-6B218C550ED6}">
      <dgm:prSet/>
      <dgm:spPr/>
      <dgm:t>
        <a:bodyPr/>
        <a:lstStyle/>
        <a:p>
          <a:endParaRPr lang="en-GB"/>
        </a:p>
      </dgm:t>
    </dgm:pt>
    <dgm:pt modelId="{6523CC7B-B119-474A-9B0E-B9E636A83FB7}">
      <dgm:prSet custT="1"/>
      <dgm:spPr/>
      <dgm:t>
        <a:bodyPr/>
        <a:lstStyle/>
        <a:p>
          <a:r>
            <a:rPr lang="cs-CZ" sz="1100" b="1" dirty="0" err="1"/>
            <a:t>Understanding</a:t>
          </a:r>
          <a:r>
            <a:rPr lang="cs-CZ" sz="1100" b="1" dirty="0"/>
            <a:t> </a:t>
          </a:r>
          <a:r>
            <a:rPr lang="cs-CZ" sz="1100" b="1" dirty="0" err="1"/>
            <a:t>of</a:t>
          </a:r>
          <a:r>
            <a:rPr lang="cs-CZ" sz="1100" b="1" dirty="0"/>
            <a:t> </a:t>
          </a:r>
          <a:r>
            <a:rPr lang="cs-CZ" sz="1100" b="1" dirty="0" err="1"/>
            <a:t>the</a:t>
          </a:r>
          <a:r>
            <a:rPr lang="cs-CZ" sz="1100" b="1" dirty="0"/>
            <a:t> </a:t>
          </a:r>
          <a:r>
            <a:rPr lang="cs-CZ" sz="1100" b="1" dirty="0" err="1"/>
            <a:t>whole</a:t>
          </a:r>
          <a:endParaRPr lang="en-GB" sz="1100" b="1" dirty="0"/>
        </a:p>
      </dgm:t>
    </dgm:pt>
    <dgm:pt modelId="{5FD6E883-2048-4527-9134-42677AF01819}" type="parTrans" cxnId="{1436D619-F344-47A3-AF97-711E3FC8A417}">
      <dgm:prSet/>
      <dgm:spPr/>
      <dgm:t>
        <a:bodyPr/>
        <a:lstStyle/>
        <a:p>
          <a:endParaRPr lang="en-GB"/>
        </a:p>
      </dgm:t>
    </dgm:pt>
    <dgm:pt modelId="{B51C4312-4D89-4613-859A-7BAE41CDE463}" type="sibTrans" cxnId="{1436D619-F344-47A3-AF97-711E3FC8A417}">
      <dgm:prSet/>
      <dgm:spPr/>
      <dgm:t>
        <a:bodyPr/>
        <a:lstStyle/>
        <a:p>
          <a:endParaRPr lang="en-GB"/>
        </a:p>
      </dgm:t>
    </dgm:pt>
    <dgm:pt modelId="{69BFE0F2-89A2-433D-AD7D-DC2BF17B9630}">
      <dgm:prSet custT="1"/>
      <dgm:spPr/>
      <dgm:t>
        <a:bodyPr/>
        <a:lstStyle/>
        <a:p>
          <a:r>
            <a:rPr lang="cs-CZ" sz="1600" b="1" dirty="0" err="1"/>
            <a:t>Structural</a:t>
          </a:r>
          <a:r>
            <a:rPr lang="cs-CZ" sz="1600" b="1" dirty="0"/>
            <a:t> </a:t>
          </a:r>
          <a:r>
            <a:rPr lang="cs-CZ" sz="1600" b="1" dirty="0" err="1"/>
            <a:t>Thinking</a:t>
          </a:r>
          <a:endParaRPr lang="en-GB" sz="1600" b="1" dirty="0"/>
        </a:p>
      </dgm:t>
    </dgm:pt>
    <dgm:pt modelId="{D03D2257-7B77-49A6-BEB3-5B68AA0A6A91}" type="parTrans" cxnId="{B6072B66-7A8D-45B3-B78F-F9A2A08CADC4}">
      <dgm:prSet/>
      <dgm:spPr/>
      <dgm:t>
        <a:bodyPr/>
        <a:lstStyle/>
        <a:p>
          <a:endParaRPr lang="en-GB" dirty="0"/>
        </a:p>
      </dgm:t>
    </dgm:pt>
    <dgm:pt modelId="{7B7690BB-D3C4-47AC-A8B3-5FE1B4666BC3}" type="sibTrans" cxnId="{B6072B66-7A8D-45B3-B78F-F9A2A08CADC4}">
      <dgm:prSet/>
      <dgm:spPr/>
      <dgm:t>
        <a:bodyPr/>
        <a:lstStyle/>
        <a:p>
          <a:endParaRPr lang="en-GB"/>
        </a:p>
      </dgm:t>
    </dgm:pt>
    <dgm:pt modelId="{01181A9F-36FE-4AEB-84B1-1F6548A5FA17}">
      <dgm:prSet custT="1"/>
      <dgm:spPr/>
      <dgm:t>
        <a:bodyPr/>
        <a:lstStyle/>
        <a:p>
          <a:r>
            <a:rPr lang="cs-CZ" sz="1100" b="1" dirty="0"/>
            <a:t>T</a:t>
          </a:r>
          <a:r>
            <a:rPr lang="en-US" sz="1100" b="1" dirty="0" err="1"/>
            <a:t>hink</a:t>
          </a:r>
          <a:r>
            <a:rPr lang="en-US" sz="1100" b="1" dirty="0"/>
            <a:t> in terms of units of measure, or dimensions.</a:t>
          </a:r>
          <a:endParaRPr lang="en-GB" sz="1100" b="1" dirty="0"/>
        </a:p>
      </dgm:t>
    </dgm:pt>
    <dgm:pt modelId="{3F9509CA-3AD2-4D02-8465-CFB319191255}" type="parTrans" cxnId="{78FCF1C5-5181-4551-B4D1-623424924FEB}">
      <dgm:prSet/>
      <dgm:spPr/>
      <dgm:t>
        <a:bodyPr/>
        <a:lstStyle/>
        <a:p>
          <a:endParaRPr lang="en-GB"/>
        </a:p>
      </dgm:t>
    </dgm:pt>
    <dgm:pt modelId="{C8E12198-6F5F-4008-9F93-70EE004EEE86}" type="sibTrans" cxnId="{78FCF1C5-5181-4551-B4D1-623424924FEB}">
      <dgm:prSet/>
      <dgm:spPr/>
      <dgm:t>
        <a:bodyPr/>
        <a:lstStyle/>
        <a:p>
          <a:endParaRPr lang="en-GB"/>
        </a:p>
      </dgm:t>
    </dgm:pt>
    <dgm:pt modelId="{0B52F323-DF2B-4FBC-B077-26328A09E14A}">
      <dgm:prSet custT="1"/>
      <dgm:spPr/>
      <dgm:t>
        <a:bodyPr/>
        <a:lstStyle/>
        <a:p>
          <a:r>
            <a:rPr lang="cs-CZ" sz="1100" b="1" dirty="0" err="1"/>
            <a:t>Distinguish</a:t>
          </a:r>
          <a:r>
            <a:rPr lang="cs-CZ" sz="1100" b="1" dirty="0"/>
            <a:t> </a:t>
          </a:r>
          <a:r>
            <a:rPr lang="cs-CZ" sz="1100" b="1" dirty="0" err="1"/>
            <a:t>stocks</a:t>
          </a:r>
          <a:r>
            <a:rPr lang="cs-CZ" sz="1100" b="1" dirty="0"/>
            <a:t> and </a:t>
          </a:r>
          <a:r>
            <a:rPr lang="cs-CZ" sz="1100" b="1" dirty="0" err="1"/>
            <a:t>flows</a:t>
          </a:r>
          <a:r>
            <a:rPr lang="cs-CZ" sz="1100" b="1" dirty="0"/>
            <a:t>.</a:t>
          </a:r>
          <a:endParaRPr lang="en-GB" sz="1100" b="1" dirty="0"/>
        </a:p>
      </dgm:t>
    </dgm:pt>
    <dgm:pt modelId="{66783C92-1F35-4A4E-9612-5F4DBA7CAB38}" type="parTrans" cxnId="{2AE9DC4E-2E8A-42FF-A8C7-71D642911C53}">
      <dgm:prSet/>
      <dgm:spPr/>
      <dgm:t>
        <a:bodyPr/>
        <a:lstStyle/>
        <a:p>
          <a:endParaRPr lang="en-GB"/>
        </a:p>
      </dgm:t>
    </dgm:pt>
    <dgm:pt modelId="{6A47F143-325B-4C13-A13A-E29D7E0D3E1C}" type="sibTrans" cxnId="{2AE9DC4E-2E8A-42FF-A8C7-71D642911C53}">
      <dgm:prSet/>
      <dgm:spPr/>
      <dgm:t>
        <a:bodyPr/>
        <a:lstStyle/>
        <a:p>
          <a:endParaRPr lang="en-GB"/>
        </a:p>
      </dgm:t>
    </dgm:pt>
    <dgm:pt modelId="{D5055EFA-CEF6-4E06-A337-56E942775255}">
      <dgm:prSet phldrT="[Text]" custT="1"/>
      <dgm:spPr/>
      <dgm:t>
        <a:bodyPr/>
        <a:lstStyle/>
        <a:p>
          <a:r>
            <a:rPr lang="cs-CZ" sz="1100" b="1" dirty="0" err="1"/>
            <a:t>Leave</a:t>
          </a:r>
          <a:r>
            <a:rPr lang="cs-CZ" sz="1100" b="1" dirty="0"/>
            <a:t> </a:t>
          </a:r>
          <a:r>
            <a:rPr lang="cs-CZ" sz="1100" b="1" dirty="0" err="1"/>
            <a:t>thininkg</a:t>
          </a:r>
          <a:r>
            <a:rPr lang="cs-CZ" sz="1100" b="1" dirty="0"/>
            <a:t> “</a:t>
          </a:r>
          <a:r>
            <a:rPr lang="cs-CZ" sz="1100" b="1" dirty="0" err="1"/>
            <a:t>how</a:t>
          </a:r>
          <a:r>
            <a:rPr lang="cs-CZ" sz="1100" b="1" dirty="0"/>
            <a:t> </a:t>
          </a:r>
          <a:r>
            <a:rPr lang="cs-CZ" sz="1100" b="1" dirty="0" err="1"/>
            <a:t>things</a:t>
          </a:r>
          <a:r>
            <a:rPr lang="cs-CZ" sz="1100" b="1" dirty="0"/>
            <a:t> </a:t>
          </a:r>
          <a:r>
            <a:rPr lang="cs-CZ" sz="1100" b="1" dirty="0" err="1"/>
            <a:t>theoretically</a:t>
          </a:r>
          <a:r>
            <a:rPr lang="cs-CZ" sz="1100" b="1" dirty="0"/>
            <a:t> </a:t>
          </a:r>
          <a:r>
            <a:rPr lang="cs-CZ" sz="1100" b="1" dirty="0" err="1"/>
            <a:t>work</a:t>
          </a:r>
          <a:r>
            <a:rPr lang="cs-CZ" sz="1100" b="1" dirty="0"/>
            <a:t>“.</a:t>
          </a:r>
          <a:endParaRPr lang="en-GB" sz="1100" b="1" dirty="0"/>
        </a:p>
      </dgm:t>
    </dgm:pt>
    <dgm:pt modelId="{7ED5A273-3C73-45BB-95AA-69E5275B2C6D}" type="parTrans" cxnId="{A228E6ED-2AD1-4421-9F64-CB396B9A0F08}">
      <dgm:prSet/>
      <dgm:spPr/>
      <dgm:t>
        <a:bodyPr/>
        <a:lstStyle/>
        <a:p>
          <a:endParaRPr lang="en-GB"/>
        </a:p>
      </dgm:t>
    </dgm:pt>
    <dgm:pt modelId="{07C20C23-EF67-4E78-AC57-FD7E09EB7A01}" type="sibTrans" cxnId="{A228E6ED-2AD1-4421-9F64-CB396B9A0F08}">
      <dgm:prSet/>
      <dgm:spPr/>
      <dgm:t>
        <a:bodyPr/>
        <a:lstStyle/>
        <a:p>
          <a:endParaRPr lang="en-GB"/>
        </a:p>
      </dgm:t>
    </dgm:pt>
    <dgm:pt modelId="{810B00A5-C65B-4E7C-9A5D-0AE58DFE7053}">
      <dgm:prSet phldrT="[Text]" custT="1"/>
      <dgm:spPr/>
      <dgm:t>
        <a:bodyPr/>
        <a:lstStyle/>
        <a:p>
          <a:r>
            <a:rPr lang="cs-CZ" sz="1100" b="1" dirty="0" err="1"/>
            <a:t>Focus</a:t>
          </a:r>
          <a:r>
            <a:rPr lang="cs-CZ" sz="1100" b="1" dirty="0"/>
            <a:t> on “</a:t>
          </a:r>
          <a:r>
            <a:rPr lang="cs-CZ" sz="1100" b="1" dirty="0" err="1"/>
            <a:t>how</a:t>
          </a:r>
          <a:r>
            <a:rPr lang="cs-CZ" sz="1100" b="1" dirty="0"/>
            <a:t> </a:t>
          </a:r>
          <a:r>
            <a:rPr lang="cs-CZ" sz="1100" b="1" dirty="0" err="1"/>
            <a:t>things</a:t>
          </a:r>
          <a:r>
            <a:rPr lang="cs-CZ" sz="1100" b="1" dirty="0"/>
            <a:t> </a:t>
          </a:r>
          <a:r>
            <a:rPr lang="cs-CZ" sz="1100" b="1" dirty="0" err="1"/>
            <a:t>really</a:t>
          </a:r>
          <a:r>
            <a:rPr lang="cs-CZ" sz="1100" b="1" dirty="0"/>
            <a:t> </a:t>
          </a:r>
          <a:r>
            <a:rPr lang="cs-CZ" sz="1100" b="1" dirty="0" err="1"/>
            <a:t>work</a:t>
          </a:r>
          <a:r>
            <a:rPr lang="cs-CZ" sz="1100" b="1" dirty="0"/>
            <a:t>“.</a:t>
          </a:r>
          <a:endParaRPr lang="en-GB" sz="1100" b="1" dirty="0"/>
        </a:p>
      </dgm:t>
    </dgm:pt>
    <dgm:pt modelId="{762DD34B-7A82-4160-A519-EE567D753F71}" type="parTrans" cxnId="{11F8429A-05F3-483B-8A60-7779C8B55608}">
      <dgm:prSet/>
      <dgm:spPr/>
      <dgm:t>
        <a:bodyPr/>
        <a:lstStyle/>
        <a:p>
          <a:endParaRPr lang="en-GB"/>
        </a:p>
      </dgm:t>
    </dgm:pt>
    <dgm:pt modelId="{A99EB70F-656D-430D-A3B4-D60DBA1BEB0C}" type="sibTrans" cxnId="{11F8429A-05F3-483B-8A60-7779C8B55608}">
      <dgm:prSet/>
      <dgm:spPr/>
      <dgm:t>
        <a:bodyPr/>
        <a:lstStyle/>
        <a:p>
          <a:endParaRPr lang="en-GB"/>
        </a:p>
      </dgm:t>
    </dgm:pt>
    <dgm:pt modelId="{E7BDE840-CDDA-447A-8227-A640E1B95CFA}">
      <dgm:prSet phldrT="[Text]" custT="1"/>
      <dgm:spPr/>
      <dgm:t>
        <a:bodyPr/>
        <a:lstStyle/>
        <a:p>
          <a:r>
            <a:rPr lang="cs-CZ" sz="1100" b="1" dirty="0" err="1"/>
            <a:t>Avoid</a:t>
          </a:r>
          <a:r>
            <a:rPr lang="cs-CZ" sz="1100" b="1" dirty="0"/>
            <a:t> </a:t>
          </a:r>
          <a:r>
            <a:rPr lang="cs-CZ" sz="1100" b="1" dirty="0" err="1"/>
            <a:t>overuse</a:t>
          </a:r>
          <a:r>
            <a:rPr lang="cs-CZ" sz="1100" b="1" dirty="0"/>
            <a:t> </a:t>
          </a:r>
          <a:r>
            <a:rPr lang="cs-CZ" sz="1100" b="1" dirty="0" err="1"/>
            <a:t>of</a:t>
          </a:r>
          <a:r>
            <a:rPr lang="cs-CZ" sz="1100" b="1" dirty="0"/>
            <a:t> “</a:t>
          </a:r>
          <a:r>
            <a:rPr lang="cs-CZ" sz="1100" b="1" dirty="0" err="1"/>
            <a:t>If</a:t>
          </a:r>
          <a:r>
            <a:rPr lang="cs-CZ" sz="1100" b="1" dirty="0"/>
            <a:t> </a:t>
          </a:r>
          <a:r>
            <a:rPr lang="cs-CZ" sz="1100" b="1" dirty="0" err="1"/>
            <a:t>Then</a:t>
          </a:r>
          <a:r>
            <a:rPr lang="cs-CZ" sz="1100" b="1" dirty="0"/>
            <a:t> Else“ </a:t>
          </a:r>
          <a:r>
            <a:rPr lang="cs-CZ" sz="1100" b="1" dirty="0" err="1"/>
            <a:t>structures</a:t>
          </a:r>
          <a:endParaRPr lang="en-GB" sz="1100" b="1" dirty="0"/>
        </a:p>
      </dgm:t>
    </dgm:pt>
    <dgm:pt modelId="{DD8D5BB1-9480-49CF-9EBB-EEBA8AC8817D}" type="parTrans" cxnId="{55D79224-D285-4647-A771-1AEF84CB5989}">
      <dgm:prSet/>
      <dgm:spPr/>
      <dgm:t>
        <a:bodyPr/>
        <a:lstStyle/>
        <a:p>
          <a:endParaRPr lang="en-GB"/>
        </a:p>
      </dgm:t>
    </dgm:pt>
    <dgm:pt modelId="{F37465CC-81C8-4E2A-985E-BF984D398670}" type="sibTrans" cxnId="{55D79224-D285-4647-A771-1AEF84CB5989}">
      <dgm:prSet/>
      <dgm:spPr/>
      <dgm:t>
        <a:bodyPr/>
        <a:lstStyle/>
        <a:p>
          <a:endParaRPr lang="en-GB"/>
        </a:p>
      </dgm:t>
    </dgm:pt>
    <dgm:pt modelId="{F906D5D1-7FAD-46A0-89FB-C584F4CCE250}">
      <dgm:prSet phldrT="[Text]" custT="1"/>
      <dgm:spPr/>
      <dgm:t>
        <a:bodyPr/>
        <a:lstStyle/>
        <a:p>
          <a:r>
            <a:rPr lang="cs-CZ" sz="1100" b="1" dirty="0" err="1"/>
            <a:t>Quantification</a:t>
          </a:r>
          <a:r>
            <a:rPr lang="cs-CZ" sz="1100" b="1" dirty="0"/>
            <a:t> but not </a:t>
          </a:r>
          <a:r>
            <a:rPr lang="cs-CZ" sz="1100" b="1" dirty="0" err="1"/>
            <a:t>only</a:t>
          </a:r>
          <a:r>
            <a:rPr lang="cs-CZ" sz="1100" b="1" dirty="0"/>
            <a:t> </a:t>
          </a:r>
          <a:r>
            <a:rPr lang="cs-CZ" sz="1100" b="1" dirty="0" err="1"/>
            <a:t>simple</a:t>
          </a:r>
          <a:r>
            <a:rPr lang="cs-CZ" sz="1100" b="1" dirty="0"/>
            <a:t> </a:t>
          </a:r>
          <a:r>
            <a:rPr lang="cs-CZ" sz="1100" b="1" dirty="0" err="1"/>
            <a:t>measurement</a:t>
          </a:r>
          <a:r>
            <a:rPr lang="cs-CZ" sz="1100" b="1" dirty="0"/>
            <a:t>.</a:t>
          </a:r>
          <a:endParaRPr lang="en-GB" sz="1100" b="1" dirty="0"/>
        </a:p>
      </dgm:t>
    </dgm:pt>
    <dgm:pt modelId="{8A2E4FC7-CDBB-43D9-9536-0BDD40189481}" type="parTrans" cxnId="{954E5AC6-D735-494A-8F53-A26E5D4FAF56}">
      <dgm:prSet/>
      <dgm:spPr/>
      <dgm:t>
        <a:bodyPr/>
        <a:lstStyle/>
        <a:p>
          <a:endParaRPr lang="en-GB"/>
        </a:p>
      </dgm:t>
    </dgm:pt>
    <dgm:pt modelId="{9A6EC36A-70B0-429B-AB24-4E5C6EAE8E5D}" type="sibTrans" cxnId="{954E5AC6-D735-494A-8F53-A26E5D4FAF56}">
      <dgm:prSet/>
      <dgm:spPr/>
      <dgm:t>
        <a:bodyPr/>
        <a:lstStyle/>
        <a:p>
          <a:endParaRPr lang="en-GB"/>
        </a:p>
      </dgm:t>
    </dgm:pt>
    <dgm:pt modelId="{8E7FB760-68D0-40EB-9930-A644049C6B59}">
      <dgm:prSet phldrT="[Text]" custT="1"/>
      <dgm:spPr/>
      <dgm:t>
        <a:bodyPr/>
        <a:lstStyle/>
        <a:p>
          <a:r>
            <a:rPr lang="cs-CZ" sz="1100" b="1" dirty="0"/>
            <a:t>B</a:t>
          </a:r>
          <a:r>
            <a:rPr lang="en-US" sz="1100" b="1" dirty="0" err="1"/>
            <a:t>eing</a:t>
          </a:r>
          <a:r>
            <a:rPr lang="en-US" sz="1100" b="1" dirty="0"/>
            <a:t> rigorous about testing hypotheses</a:t>
          </a:r>
          <a:r>
            <a:rPr lang="cs-CZ" sz="1100" b="1" dirty="0"/>
            <a:t>.</a:t>
          </a:r>
          <a:endParaRPr lang="en-GB" sz="1100" b="1" dirty="0"/>
        </a:p>
      </dgm:t>
    </dgm:pt>
    <dgm:pt modelId="{F5FBB454-2861-4012-875A-AD4CD4F1B992}" type="parTrans" cxnId="{86E22B56-44BA-4B55-B24A-6802F28F6CEA}">
      <dgm:prSet/>
      <dgm:spPr/>
      <dgm:t>
        <a:bodyPr/>
        <a:lstStyle/>
        <a:p>
          <a:endParaRPr lang="en-GB"/>
        </a:p>
      </dgm:t>
    </dgm:pt>
    <dgm:pt modelId="{068E7D03-4AD2-42F6-A918-C6169EE2005C}" type="sibTrans" cxnId="{86E22B56-44BA-4B55-B24A-6802F28F6CEA}">
      <dgm:prSet/>
      <dgm:spPr/>
      <dgm:t>
        <a:bodyPr/>
        <a:lstStyle/>
        <a:p>
          <a:endParaRPr lang="en-GB"/>
        </a:p>
      </dgm:t>
    </dgm:pt>
    <dgm:pt modelId="{6388BFC2-6EE9-4752-85E3-0118CE38AE62}">
      <dgm:prSet custT="1"/>
      <dgm:spPr/>
      <dgm:t>
        <a:bodyPr/>
        <a:lstStyle/>
        <a:p>
          <a:r>
            <a:rPr lang="cs-CZ" sz="1050" b="1" dirty="0"/>
            <a:t>S</a:t>
          </a:r>
          <a:r>
            <a:rPr lang="en-US" sz="1050" b="1" dirty="0" err="1"/>
            <a:t>ee</a:t>
          </a:r>
          <a:r>
            <a:rPr lang="cs-CZ" sz="1050" b="1" dirty="0" err="1"/>
            <a:t>ing</a:t>
          </a:r>
          <a:r>
            <a:rPr lang="en-US" sz="1050" b="1" dirty="0"/>
            <a:t> the world as a set of ongoing, interdependent processes</a:t>
          </a:r>
          <a:r>
            <a:rPr lang="cs-CZ" sz="1050" b="1" dirty="0"/>
            <a:t>.</a:t>
          </a:r>
          <a:endParaRPr lang="en-GB" sz="1050" b="1" dirty="0"/>
        </a:p>
      </dgm:t>
    </dgm:pt>
    <dgm:pt modelId="{1B0DAE92-3ED1-49CA-A15E-D5608195D4D7}" type="parTrans" cxnId="{67E75F25-443E-4455-B271-45B8017425F1}">
      <dgm:prSet/>
      <dgm:spPr/>
      <dgm:t>
        <a:bodyPr/>
        <a:lstStyle/>
        <a:p>
          <a:endParaRPr lang="cs-CZ"/>
        </a:p>
      </dgm:t>
    </dgm:pt>
    <dgm:pt modelId="{BA70330F-A5C1-46F0-B802-90FE4F9DB6C7}" type="sibTrans" cxnId="{67E75F25-443E-4455-B271-45B8017425F1}">
      <dgm:prSet/>
      <dgm:spPr/>
      <dgm:t>
        <a:bodyPr/>
        <a:lstStyle/>
        <a:p>
          <a:endParaRPr lang="cs-CZ"/>
        </a:p>
      </dgm:t>
    </dgm:pt>
    <dgm:pt modelId="{8E548C08-123C-4050-BB44-7BF3B613793A}">
      <dgm:prSet phldrT="[Text]" custT="1"/>
      <dgm:spPr/>
      <dgm:t>
        <a:bodyPr/>
        <a:lstStyle/>
        <a:p>
          <a:r>
            <a:rPr lang="cs-CZ" sz="1100" b="1" dirty="0" err="1"/>
            <a:t>There</a:t>
          </a:r>
          <a:r>
            <a:rPr lang="cs-CZ" sz="1100" b="1" dirty="0"/>
            <a:t> </a:t>
          </a:r>
          <a:r>
            <a:rPr lang="cs-CZ" sz="1100" b="1" dirty="0" err="1"/>
            <a:t>is</a:t>
          </a:r>
          <a:r>
            <a:rPr lang="cs-CZ" sz="1100" b="1" dirty="0"/>
            <a:t> lot </a:t>
          </a:r>
          <a:r>
            <a:rPr lang="cs-CZ" sz="1100" b="1" dirty="0" err="1"/>
            <a:t>of</a:t>
          </a:r>
          <a:r>
            <a:rPr lang="cs-CZ" sz="1100" b="1" dirty="0"/>
            <a:t> </a:t>
          </a:r>
          <a:r>
            <a:rPr lang="cs-CZ" sz="1100" b="1" dirty="0" err="1"/>
            <a:t>grey</a:t>
          </a:r>
          <a:r>
            <a:rPr lang="cs-CZ" sz="1100" b="1" dirty="0"/>
            <a:t> </a:t>
          </a:r>
          <a:r>
            <a:rPr lang="cs-CZ" sz="1100" b="1" dirty="0" err="1"/>
            <a:t>between</a:t>
          </a:r>
          <a:r>
            <a:rPr lang="cs-CZ" sz="1100" b="1" dirty="0"/>
            <a:t> </a:t>
          </a:r>
          <a:r>
            <a:rPr lang="cs-CZ" sz="1100" b="1" dirty="0" err="1"/>
            <a:t>white</a:t>
          </a:r>
          <a:r>
            <a:rPr lang="cs-CZ" sz="1100" b="1" dirty="0"/>
            <a:t> and </a:t>
          </a:r>
          <a:r>
            <a:rPr lang="cs-CZ" sz="1100" b="1" dirty="0" err="1"/>
            <a:t>black</a:t>
          </a:r>
          <a:endParaRPr lang="en-GB" sz="1100" b="1" dirty="0"/>
        </a:p>
      </dgm:t>
    </dgm:pt>
    <dgm:pt modelId="{A72F051D-0B21-45F4-A32C-F095A1AF95D7}" type="parTrans" cxnId="{A6D73BAE-7ED2-41EF-8010-01E863D36C28}">
      <dgm:prSet/>
      <dgm:spPr/>
      <dgm:t>
        <a:bodyPr/>
        <a:lstStyle/>
        <a:p>
          <a:endParaRPr lang="en-GB"/>
        </a:p>
      </dgm:t>
    </dgm:pt>
    <dgm:pt modelId="{E3DAA313-90EE-42BB-8291-754DCA599D2F}" type="sibTrans" cxnId="{A6D73BAE-7ED2-41EF-8010-01E863D36C28}">
      <dgm:prSet/>
      <dgm:spPr/>
      <dgm:t>
        <a:bodyPr/>
        <a:lstStyle/>
        <a:p>
          <a:endParaRPr lang="en-GB"/>
        </a:p>
      </dgm:t>
    </dgm:pt>
    <dgm:pt modelId="{6D02E58D-0E82-4673-9C67-3977A8E9F4AB}" type="pres">
      <dgm:prSet presAssocID="{884A985E-E4E1-4518-AB6C-0C94298C43AC}" presName="Name0" presStyleCnt="0">
        <dgm:presLayoutVars>
          <dgm:chMax val="1"/>
          <dgm:dir/>
          <dgm:animLvl val="ctr"/>
          <dgm:resizeHandles val="exact"/>
        </dgm:presLayoutVars>
      </dgm:prSet>
      <dgm:spPr/>
    </dgm:pt>
    <dgm:pt modelId="{6D7CCF72-07B1-47B9-B8C3-2EEBEDCFD7F6}" type="pres">
      <dgm:prSet presAssocID="{7CA5FC17-AF26-4415-BCA2-5AC1FF21EB02}" presName="centerShape" presStyleLbl="node0" presStyleIdx="0" presStyleCnt="1" custScaleX="173205" custScaleY="144058"/>
      <dgm:spPr/>
    </dgm:pt>
    <dgm:pt modelId="{7358A442-B3C5-4AE8-A3F2-85B61785F621}" type="pres">
      <dgm:prSet presAssocID="{C3BFA693-EA29-4311-BAF4-C27E4BBA2F98}" presName="parTrans" presStyleLbl="sibTrans2D1" presStyleIdx="0" presStyleCnt="9" custAng="10800000"/>
      <dgm:spPr/>
    </dgm:pt>
    <dgm:pt modelId="{4EC56B4A-E394-48A6-8FA4-96F008F41872}" type="pres">
      <dgm:prSet presAssocID="{C3BFA693-EA29-4311-BAF4-C27E4BBA2F98}" presName="connectorText" presStyleLbl="sibTrans2D1" presStyleIdx="0" presStyleCnt="9"/>
      <dgm:spPr/>
    </dgm:pt>
    <dgm:pt modelId="{92E32DC8-E6F6-4F48-B278-BDD484137EF8}" type="pres">
      <dgm:prSet presAssocID="{50C8D825-8836-49D4-A03D-531303308A53}" presName="node" presStyleLbl="node1" presStyleIdx="0" presStyleCnt="9" custScaleX="147315" custScaleY="145357" custRadScaleRad="92944" custRadScaleInc="6486">
        <dgm:presLayoutVars>
          <dgm:bulletEnabled val="1"/>
        </dgm:presLayoutVars>
      </dgm:prSet>
      <dgm:spPr/>
    </dgm:pt>
    <dgm:pt modelId="{02F9076B-FBB8-4B94-A26B-D724B49F8FD8}" type="pres">
      <dgm:prSet presAssocID="{4DF114A7-3803-4232-B15C-556C3106E4E1}" presName="parTrans" presStyleLbl="sibTrans2D1" presStyleIdx="1" presStyleCnt="9" custAng="10663259"/>
      <dgm:spPr/>
    </dgm:pt>
    <dgm:pt modelId="{B0BF3B3E-1598-422A-BABE-F0844D37C035}" type="pres">
      <dgm:prSet presAssocID="{4DF114A7-3803-4232-B15C-556C3106E4E1}" presName="connectorText" presStyleLbl="sibTrans2D1" presStyleIdx="1" presStyleCnt="9"/>
      <dgm:spPr/>
    </dgm:pt>
    <dgm:pt modelId="{E537F609-4E02-4894-AE6E-FD2BBD8D72F5}" type="pres">
      <dgm:prSet presAssocID="{9776811F-ADB6-4A66-8372-1DCBDF290E96}" presName="node" presStyleLbl="node1" presStyleIdx="1" presStyleCnt="9" custScaleX="157365" custScaleY="152051" custRadScaleRad="121477" custRadScaleInc="32450">
        <dgm:presLayoutVars>
          <dgm:bulletEnabled val="1"/>
        </dgm:presLayoutVars>
      </dgm:prSet>
      <dgm:spPr/>
    </dgm:pt>
    <dgm:pt modelId="{69CFB644-FDC1-4DDB-8A4B-7E417763BC71}" type="pres">
      <dgm:prSet presAssocID="{7BECC869-0012-4092-827D-C2437B43B6F2}" presName="parTrans" presStyleLbl="sibTrans2D1" presStyleIdx="2" presStyleCnt="9" custAng="10842942"/>
      <dgm:spPr/>
    </dgm:pt>
    <dgm:pt modelId="{BA3719F4-4776-4EBC-B08B-27C2223D870F}" type="pres">
      <dgm:prSet presAssocID="{7BECC869-0012-4092-827D-C2437B43B6F2}" presName="connectorText" presStyleLbl="sibTrans2D1" presStyleIdx="2" presStyleCnt="9"/>
      <dgm:spPr/>
    </dgm:pt>
    <dgm:pt modelId="{A8795BD4-B860-4B3E-BE86-F9E9BF3DDF4F}" type="pres">
      <dgm:prSet presAssocID="{209171C8-59C5-4BD7-9949-15ADB8132292}" presName="node" presStyleLbl="node1" presStyleIdx="2" presStyleCnt="9" custScaleX="148466" custScaleY="151965" custRadScaleRad="121478" custRadScaleInc="34608">
        <dgm:presLayoutVars>
          <dgm:bulletEnabled val="1"/>
        </dgm:presLayoutVars>
      </dgm:prSet>
      <dgm:spPr/>
    </dgm:pt>
    <dgm:pt modelId="{76D96B04-A993-48B3-9854-B7FC018B0DD4}" type="pres">
      <dgm:prSet presAssocID="{739E0BF3-A7EE-4BD3-A702-464803BE3B6B}" presName="parTrans" presStyleLbl="sibTrans2D1" presStyleIdx="3" presStyleCnt="9" custAng="11257537"/>
      <dgm:spPr/>
    </dgm:pt>
    <dgm:pt modelId="{D5568C28-D1DC-4403-97A7-29FFB794A201}" type="pres">
      <dgm:prSet presAssocID="{739E0BF3-A7EE-4BD3-A702-464803BE3B6B}" presName="connectorText" presStyleLbl="sibTrans2D1" presStyleIdx="3" presStyleCnt="9"/>
      <dgm:spPr/>
    </dgm:pt>
    <dgm:pt modelId="{D554393C-72EE-4264-9053-7C951CFCA591}" type="pres">
      <dgm:prSet presAssocID="{4DF1D173-0397-4E00-89EB-1BFB2DA744CB}" presName="node" presStyleLbl="node1" presStyleIdx="3" presStyleCnt="9" custScaleX="144417" custScaleY="142737" custRadScaleRad="142820" custRadScaleInc="19854">
        <dgm:presLayoutVars>
          <dgm:bulletEnabled val="1"/>
        </dgm:presLayoutVars>
      </dgm:prSet>
      <dgm:spPr/>
    </dgm:pt>
    <dgm:pt modelId="{991ADAE0-01E2-4498-AE64-8A8405C55567}" type="pres">
      <dgm:prSet presAssocID="{BC057B74-519B-4195-A40D-F8E4FE3FC777}" presName="parTrans" presStyleLbl="sibTrans2D1" presStyleIdx="4" presStyleCnt="9" custAng="11205685"/>
      <dgm:spPr/>
    </dgm:pt>
    <dgm:pt modelId="{CEF1678D-0AFC-4C76-AF69-5E3BDA6609AA}" type="pres">
      <dgm:prSet presAssocID="{BC057B74-519B-4195-A40D-F8E4FE3FC777}" presName="connectorText" presStyleLbl="sibTrans2D1" presStyleIdx="4" presStyleCnt="9"/>
      <dgm:spPr/>
    </dgm:pt>
    <dgm:pt modelId="{8BC12B30-C41E-4C60-8C75-1899EF587554}" type="pres">
      <dgm:prSet presAssocID="{B09C50DA-DBCF-4841-B84A-475400475B28}" presName="node" presStyleLbl="node1" presStyleIdx="4" presStyleCnt="9" custScaleX="140053" custScaleY="141348" custRadScaleRad="97112" custRadScaleInc="-14326">
        <dgm:presLayoutVars>
          <dgm:bulletEnabled val="1"/>
        </dgm:presLayoutVars>
      </dgm:prSet>
      <dgm:spPr/>
    </dgm:pt>
    <dgm:pt modelId="{4CAD418E-2549-4371-8B42-3F357B58DD06}" type="pres">
      <dgm:prSet presAssocID="{18FCE768-EBC5-4764-BEA8-B40A2FCB1385}" presName="parTrans" presStyleLbl="sibTrans2D1" presStyleIdx="5" presStyleCnt="9" custAng="10782079"/>
      <dgm:spPr/>
    </dgm:pt>
    <dgm:pt modelId="{5D03B03C-E9CE-48E4-B5F0-D233E95A2F73}" type="pres">
      <dgm:prSet presAssocID="{18FCE768-EBC5-4764-BEA8-B40A2FCB1385}" presName="connectorText" presStyleLbl="sibTrans2D1" presStyleIdx="5" presStyleCnt="9"/>
      <dgm:spPr/>
    </dgm:pt>
    <dgm:pt modelId="{A06E69F2-5E13-4F8F-8D51-B9E9551339A3}" type="pres">
      <dgm:prSet presAssocID="{792EE29C-BDBF-45BE-BF97-B2BC71EB2EFA}" presName="node" presStyleLbl="node1" presStyleIdx="5" presStyleCnt="9" custScaleX="139099" custScaleY="135685" custRadScaleRad="100708" custRadScaleInc="26695">
        <dgm:presLayoutVars>
          <dgm:bulletEnabled val="1"/>
        </dgm:presLayoutVars>
      </dgm:prSet>
      <dgm:spPr/>
    </dgm:pt>
    <dgm:pt modelId="{A4F90A0A-D73A-48D5-90F9-10131031C4BB}" type="pres">
      <dgm:prSet presAssocID="{DB98DB62-B999-4494-A869-2564DEB170DA}" presName="parTrans" presStyleLbl="sibTrans2D1" presStyleIdx="6" presStyleCnt="9" custAng="10796160" custScaleX="106038"/>
      <dgm:spPr/>
    </dgm:pt>
    <dgm:pt modelId="{45C7B6D4-8A04-4068-8F50-A5572D2D23F5}" type="pres">
      <dgm:prSet presAssocID="{DB98DB62-B999-4494-A869-2564DEB170DA}" presName="connectorText" presStyleLbl="sibTrans2D1" presStyleIdx="6" presStyleCnt="9"/>
      <dgm:spPr/>
    </dgm:pt>
    <dgm:pt modelId="{03ED8C6D-13A9-45C1-8CB3-EB264A4493F8}" type="pres">
      <dgm:prSet presAssocID="{AEEBFCD1-7ED3-41A1-9C7F-D1868E33457E}" presName="node" presStyleLbl="node1" presStyleIdx="6" presStyleCnt="9" custScaleX="143717" custScaleY="147895" custRadScaleRad="140555" custRadScaleInc="2868">
        <dgm:presLayoutVars>
          <dgm:bulletEnabled val="1"/>
        </dgm:presLayoutVars>
      </dgm:prSet>
      <dgm:spPr/>
    </dgm:pt>
    <dgm:pt modelId="{9CBFA077-DF40-4005-BD53-90D63511F1A8}" type="pres">
      <dgm:prSet presAssocID="{D03D2257-7B77-49A6-BEB3-5B68AA0A6A91}" presName="parTrans" presStyleLbl="sibTrans2D1" presStyleIdx="7" presStyleCnt="9" custAng="10951239"/>
      <dgm:spPr/>
    </dgm:pt>
    <dgm:pt modelId="{B8B3AB7F-ACF4-4D30-89FE-2CD6138748F1}" type="pres">
      <dgm:prSet presAssocID="{D03D2257-7B77-49A6-BEB3-5B68AA0A6A91}" presName="connectorText" presStyleLbl="sibTrans2D1" presStyleIdx="7" presStyleCnt="9"/>
      <dgm:spPr/>
    </dgm:pt>
    <dgm:pt modelId="{2DB0D36C-375B-4410-A656-28C5743CDDE3}" type="pres">
      <dgm:prSet presAssocID="{69BFE0F2-89A2-433D-AD7D-DC2BF17B9630}" presName="node" presStyleLbl="node1" presStyleIdx="7" presStyleCnt="9" custScaleX="150609" custScaleY="150480" custRadScaleRad="137508" custRadScaleInc="-15693">
        <dgm:presLayoutVars>
          <dgm:bulletEnabled val="1"/>
        </dgm:presLayoutVars>
      </dgm:prSet>
      <dgm:spPr/>
    </dgm:pt>
    <dgm:pt modelId="{2323F01A-C9C6-42D1-8D31-D79DE6966CD9}" type="pres">
      <dgm:prSet presAssocID="{C2508199-3AF0-44BE-99EC-E4A8B7159507}" presName="parTrans" presStyleLbl="sibTrans2D1" presStyleIdx="8" presStyleCnt="9" custAng="10736502"/>
      <dgm:spPr/>
    </dgm:pt>
    <dgm:pt modelId="{949D4108-A2B3-4509-9CF3-A9657F2A5F4C}" type="pres">
      <dgm:prSet presAssocID="{C2508199-3AF0-44BE-99EC-E4A8B7159507}" presName="connectorText" presStyleLbl="sibTrans2D1" presStyleIdx="8" presStyleCnt="9"/>
      <dgm:spPr/>
    </dgm:pt>
    <dgm:pt modelId="{23ED5818-31CE-4C1E-B647-C23065726531}" type="pres">
      <dgm:prSet presAssocID="{5E7F9A40-F4C8-43DD-BDA3-557DCDF18407}" presName="node" presStyleLbl="node1" presStyleIdx="8" presStyleCnt="9" custScaleX="156339" custScaleY="152378" custRadScaleRad="120660" custRadScaleInc="-12102">
        <dgm:presLayoutVars>
          <dgm:bulletEnabled val="1"/>
        </dgm:presLayoutVars>
      </dgm:prSet>
      <dgm:spPr/>
    </dgm:pt>
  </dgm:ptLst>
  <dgm:cxnLst>
    <dgm:cxn modelId="{0B694403-31C6-4930-88E6-2661F3E578CE}" type="presOf" srcId="{D5055EFA-CEF6-4E06-A337-56E942775255}" destId="{8BC12B30-C41E-4C60-8C75-1899EF587554}" srcOrd="0" destOrd="1" presId="urn:microsoft.com/office/officeart/2005/8/layout/radial5"/>
    <dgm:cxn modelId="{49988903-2E63-4079-AE41-BEE3E6D4416F}" type="presOf" srcId="{C2508199-3AF0-44BE-99EC-E4A8B7159507}" destId="{2323F01A-C9C6-42D1-8D31-D79DE6966CD9}" srcOrd="0" destOrd="0" presId="urn:microsoft.com/office/officeart/2005/8/layout/radial5"/>
    <dgm:cxn modelId="{75A90805-DBA6-407D-8D4E-1D6C094FA739}" type="presOf" srcId="{F13FD667-9EAD-4098-B26D-187082D55D53}" destId="{D554393C-72EE-4264-9053-7C951CFCA591}" srcOrd="0" destOrd="1" presId="urn:microsoft.com/office/officeart/2005/8/layout/radial5"/>
    <dgm:cxn modelId="{1436D619-F344-47A3-AF97-711E3FC8A417}" srcId="{5E7F9A40-F4C8-43DD-BDA3-557DCDF18407}" destId="{6523CC7B-B119-474A-9B0E-B9E636A83FB7}" srcOrd="1" destOrd="0" parTransId="{5FD6E883-2048-4527-9134-42677AF01819}" sibTransId="{B51C4312-4D89-4613-859A-7BAE41CDE463}"/>
    <dgm:cxn modelId="{2B255A1F-EEAB-4D23-93B7-CE9D7C5EFC1D}" srcId="{AEEBFCD1-7ED3-41A1-9C7F-D1868E33457E}" destId="{9DA27F22-DB5C-4A04-9E11-172C244F1012}" srcOrd="1" destOrd="0" parTransId="{892237F8-48E6-44C4-B225-154AF74C44E3}" sibTransId="{DAE99D00-73D4-45BA-8116-1859FABE45B3}"/>
    <dgm:cxn modelId="{5B8E7620-2139-4F45-8F69-E54A7BAA1AA2}" type="presOf" srcId="{5E7F9A40-F4C8-43DD-BDA3-557DCDF18407}" destId="{23ED5818-31CE-4C1E-B647-C23065726531}" srcOrd="0" destOrd="0" presId="urn:microsoft.com/office/officeart/2005/8/layout/radial5"/>
    <dgm:cxn modelId="{55D79224-D285-4647-A771-1AEF84CB5989}" srcId="{50C8D825-8836-49D4-A03D-531303308A53}" destId="{E7BDE840-CDDA-447A-8227-A640E1B95CFA}" srcOrd="0" destOrd="0" parTransId="{DD8D5BB1-9480-49CF-9EBB-EEBA8AC8817D}" sibTransId="{F37465CC-81C8-4E2A-985E-BF984D398670}"/>
    <dgm:cxn modelId="{B5D3A824-C209-48CC-A801-311FE2E71D95}" type="presOf" srcId="{792EE29C-BDBF-45BE-BF97-B2BC71EB2EFA}" destId="{A06E69F2-5E13-4F8F-8D51-B9E9551339A3}" srcOrd="0" destOrd="0" presId="urn:microsoft.com/office/officeart/2005/8/layout/radial5"/>
    <dgm:cxn modelId="{67E75F25-443E-4455-B271-45B8017425F1}" srcId="{209171C8-59C5-4BD7-9949-15ADB8132292}" destId="{6388BFC2-6EE9-4752-85E3-0118CE38AE62}" srcOrd="0" destOrd="0" parTransId="{1B0DAE92-3ED1-49CA-A15E-D5608195D4D7}" sibTransId="{BA70330F-A5C1-46F0-B802-90FE4F9DB6C7}"/>
    <dgm:cxn modelId="{0C853C27-1ABA-44E4-969F-331B9E11E2CD}" srcId="{9776811F-ADB6-4A66-8372-1DCBDF290E96}" destId="{1872742C-F816-47CF-86B4-B109AF395E59}" srcOrd="0" destOrd="0" parTransId="{2570BDE4-FF4E-4F33-9BFD-E4595DE55D3C}" sibTransId="{30324F0D-DFAD-4035-A2FB-FE0EB14413A3}"/>
    <dgm:cxn modelId="{54F9233A-42F7-4D4A-8E87-6E366B9CC0A1}" type="presOf" srcId="{18FCE768-EBC5-4764-BEA8-B40A2FCB1385}" destId="{4CAD418E-2549-4371-8B42-3F357B58DD06}" srcOrd="0" destOrd="0" presId="urn:microsoft.com/office/officeart/2005/8/layout/radial5"/>
    <dgm:cxn modelId="{BF330F5D-A09F-4C5E-AFA1-FE1F33E8E839}" srcId="{884A985E-E4E1-4518-AB6C-0C94298C43AC}" destId="{7CA5FC17-AF26-4415-BCA2-5AC1FF21EB02}" srcOrd="0" destOrd="0" parTransId="{3FA25802-0713-4DE8-A543-A51345E7E56C}" sibTransId="{E17E8FCC-DA9F-4088-9700-722A87F8288B}"/>
    <dgm:cxn modelId="{036E3C5D-6CF9-47CF-9391-E55066DD61DB}" type="presOf" srcId="{C2508199-3AF0-44BE-99EC-E4A8B7159507}" destId="{949D4108-A2B3-4509-9CF3-A9657F2A5F4C}" srcOrd="1" destOrd="0" presId="urn:microsoft.com/office/officeart/2005/8/layout/radial5"/>
    <dgm:cxn modelId="{1BB15D5E-8EA5-4FA8-895E-9AEBF9219055}" srcId="{4DF1D173-0397-4E00-89EB-1BFB2DA744CB}" destId="{F13FD667-9EAD-4098-B26D-187082D55D53}" srcOrd="0" destOrd="0" parTransId="{488C0BD4-639C-4883-AB42-907F31BED22E}" sibTransId="{B7584C69-39B2-49D5-9215-AFBA460442ED}"/>
    <dgm:cxn modelId="{E68DB75E-C2AE-436E-B274-20805FE67F80}" type="presOf" srcId="{18FCE768-EBC5-4764-BEA8-B40A2FCB1385}" destId="{5D03B03C-E9CE-48E4-B5F0-D233E95A2F73}" srcOrd="1" destOrd="0" presId="urn:microsoft.com/office/officeart/2005/8/layout/radial5"/>
    <dgm:cxn modelId="{737CCA60-DCD8-4229-BBE1-F13F0835F056}" type="presOf" srcId="{4DF1D173-0397-4E00-89EB-1BFB2DA744CB}" destId="{D554393C-72EE-4264-9053-7C951CFCA591}" srcOrd="0" destOrd="0" presId="urn:microsoft.com/office/officeart/2005/8/layout/radial5"/>
    <dgm:cxn modelId="{05405945-0208-4CDE-ADA5-FEFAF579253E}" type="presOf" srcId="{C3BFA693-EA29-4311-BAF4-C27E4BBA2F98}" destId="{7358A442-B3C5-4AE8-A3F2-85B61785F621}" srcOrd="0" destOrd="0" presId="urn:microsoft.com/office/officeart/2005/8/layout/radial5"/>
    <dgm:cxn modelId="{B6072B66-7A8D-45B3-B78F-F9A2A08CADC4}" srcId="{7CA5FC17-AF26-4415-BCA2-5AC1FF21EB02}" destId="{69BFE0F2-89A2-433D-AD7D-DC2BF17B9630}" srcOrd="7" destOrd="0" parTransId="{D03D2257-7B77-49A6-BEB3-5B68AA0A6A91}" sibTransId="{7B7690BB-D3C4-47AC-A8B3-5FE1B4666BC3}"/>
    <dgm:cxn modelId="{B4059447-02FD-4558-A4A6-053180BBFC13}" type="presOf" srcId="{BC057B74-519B-4195-A40D-F8E4FE3FC777}" destId="{CEF1678D-0AFC-4C76-AF69-5E3BDA6609AA}" srcOrd="1" destOrd="0" presId="urn:microsoft.com/office/officeart/2005/8/layout/radial5"/>
    <dgm:cxn modelId="{79D2226B-2769-4E70-A684-C5C8BF60CF20}" type="presOf" srcId="{69BFE0F2-89A2-433D-AD7D-DC2BF17B9630}" destId="{2DB0D36C-375B-4410-A656-28C5743CDDE3}" srcOrd="0" destOrd="0" presId="urn:microsoft.com/office/officeart/2005/8/layout/radial5"/>
    <dgm:cxn modelId="{A70A8E4C-D0CA-4AD5-9D9B-B8CACA7465DE}" type="presOf" srcId="{4DF114A7-3803-4232-B15C-556C3106E4E1}" destId="{02F9076B-FBB8-4B94-A26B-D724B49F8FD8}" srcOrd="0" destOrd="0" presId="urn:microsoft.com/office/officeart/2005/8/layout/radial5"/>
    <dgm:cxn modelId="{9548B64E-424A-4619-807B-D75AE81A5BCD}" type="presOf" srcId="{F55CEFCC-5E08-4107-A877-E31F8C2563EF}" destId="{03ED8C6D-13A9-45C1-8CB3-EB264A4493F8}" srcOrd="0" destOrd="1" presId="urn:microsoft.com/office/officeart/2005/8/layout/radial5"/>
    <dgm:cxn modelId="{7914BA6E-C8EF-4C8C-A288-379A1F77225B}" type="presOf" srcId="{AEEBFCD1-7ED3-41A1-9C7F-D1868E33457E}" destId="{03ED8C6D-13A9-45C1-8CB3-EB264A4493F8}" srcOrd="0" destOrd="0" presId="urn:microsoft.com/office/officeart/2005/8/layout/radial5"/>
    <dgm:cxn modelId="{646AC04E-6F1A-4024-86EB-8F587F038566}" type="presOf" srcId="{2CA56609-01C3-40C9-86E8-18D169B2794E}" destId="{23ED5818-31CE-4C1E-B647-C23065726531}" srcOrd="0" destOrd="1" presId="urn:microsoft.com/office/officeart/2005/8/layout/radial5"/>
    <dgm:cxn modelId="{2AE9DC4E-2E8A-42FF-A8C7-71D642911C53}" srcId="{69BFE0F2-89A2-433D-AD7D-DC2BF17B9630}" destId="{0B52F323-DF2B-4FBC-B077-26328A09E14A}" srcOrd="1" destOrd="0" parTransId="{66783C92-1F35-4A4E-9612-5F4DBA7CAB38}" sibTransId="{6A47F143-325B-4C13-A13A-E29D7E0D3E1C}"/>
    <dgm:cxn modelId="{67F61170-A6A2-42C0-9912-28767559B193}" srcId="{7CA5FC17-AF26-4415-BCA2-5AC1FF21EB02}" destId="{AEEBFCD1-7ED3-41A1-9C7F-D1868E33457E}" srcOrd="6" destOrd="0" parTransId="{DB98DB62-B999-4494-A869-2564DEB170DA}" sibTransId="{A9273866-F6AE-4BDA-8CB7-0D3AD3A48EC3}"/>
    <dgm:cxn modelId="{775FD450-8597-411F-ACB9-BAA451752AB0}" type="presOf" srcId="{DB98DB62-B999-4494-A869-2564DEB170DA}" destId="{45C7B6D4-8A04-4068-8F50-A5572D2D23F5}" srcOrd="1" destOrd="0" presId="urn:microsoft.com/office/officeart/2005/8/layout/radial5"/>
    <dgm:cxn modelId="{BF025451-8C93-410A-B3D4-452AE1CD35FC}" type="presOf" srcId="{01181A9F-36FE-4AEB-84B1-1F6548A5FA17}" destId="{2DB0D36C-375B-4410-A656-28C5743CDDE3}" srcOrd="0" destOrd="1" presId="urn:microsoft.com/office/officeart/2005/8/layout/radial5"/>
    <dgm:cxn modelId="{D82B7952-5632-4D28-8C0E-406328CE8C2A}" type="presOf" srcId="{F906D5D1-7FAD-46A0-89FB-C584F4CCE250}" destId="{A06E69F2-5E13-4F8F-8D51-B9E9551339A3}" srcOrd="0" destOrd="1" presId="urn:microsoft.com/office/officeart/2005/8/layout/radial5"/>
    <dgm:cxn modelId="{41FE7B52-DEEE-43FF-B58D-3BA63BD9AC97}" type="presOf" srcId="{7BECC869-0012-4092-827D-C2437B43B6F2}" destId="{69CFB644-FDC1-4DDB-8A4B-7E417763BC71}" srcOrd="0" destOrd="0" presId="urn:microsoft.com/office/officeart/2005/8/layout/radial5"/>
    <dgm:cxn modelId="{BEA08455-3591-4BBB-89AE-A9D1D74954DB}" srcId="{4DF1D173-0397-4E00-89EB-1BFB2DA744CB}" destId="{CCFEF711-199A-4AFA-9718-F797280F6E1F}" srcOrd="1" destOrd="0" parTransId="{FCD0E5CA-7B84-4418-A7FB-4461141616EF}" sibTransId="{6642761F-6507-4EC9-8E45-6EDCD5FDC0F3}"/>
    <dgm:cxn modelId="{86E22B56-44BA-4B55-B24A-6802F28F6CEA}" srcId="{792EE29C-BDBF-45BE-BF97-B2BC71EB2EFA}" destId="{8E7FB760-68D0-40EB-9930-A644049C6B59}" srcOrd="1" destOrd="0" parTransId="{F5FBB454-2861-4012-875A-AD4CD4F1B992}" sibTransId="{068E7D03-4AD2-42F6-A918-C6169EE2005C}"/>
    <dgm:cxn modelId="{ED031D77-E6D5-4A33-8A9B-5DEC9904D6D3}" type="presOf" srcId="{3B079596-198F-4D0F-9504-1F94AF4739E2}" destId="{A8795BD4-B860-4B3E-BE86-F9E9BF3DDF4F}" srcOrd="0" destOrd="2" presId="urn:microsoft.com/office/officeart/2005/8/layout/radial5"/>
    <dgm:cxn modelId="{C7CA2379-DA76-4A1E-95FC-1037EF3D49CE}" type="presOf" srcId="{884A985E-E4E1-4518-AB6C-0C94298C43AC}" destId="{6D02E58D-0E82-4673-9C67-3977A8E9F4AB}" srcOrd="0" destOrd="0" presId="urn:microsoft.com/office/officeart/2005/8/layout/radial5"/>
    <dgm:cxn modelId="{83FD7B59-359D-4A0D-A169-16C0D2BF1EF6}" type="presOf" srcId="{CCFEF711-199A-4AFA-9718-F797280F6E1F}" destId="{D554393C-72EE-4264-9053-7C951CFCA591}" srcOrd="0" destOrd="2" presId="urn:microsoft.com/office/officeart/2005/8/layout/radial5"/>
    <dgm:cxn modelId="{AB8D9C7A-129D-4D06-9E91-1E525D71C65D}" type="presOf" srcId="{0B52F323-DF2B-4FBC-B077-26328A09E14A}" destId="{2DB0D36C-375B-4410-A656-28C5743CDDE3}" srcOrd="0" destOrd="2" presId="urn:microsoft.com/office/officeart/2005/8/layout/radial5"/>
    <dgm:cxn modelId="{E4AD1182-AFAB-4E06-AD79-726CC875676D}" type="presOf" srcId="{739E0BF3-A7EE-4BD3-A702-464803BE3B6B}" destId="{76D96B04-A993-48B3-9854-B7FC018B0DD4}" srcOrd="0" destOrd="0" presId="urn:microsoft.com/office/officeart/2005/8/layout/radial5"/>
    <dgm:cxn modelId="{DE386C82-24E3-4D1E-9244-5C660481CB02}" type="presOf" srcId="{9776811F-ADB6-4A66-8372-1DCBDF290E96}" destId="{E537F609-4E02-4894-AE6E-FD2BBD8D72F5}" srcOrd="0" destOrd="0" presId="urn:microsoft.com/office/officeart/2005/8/layout/radial5"/>
    <dgm:cxn modelId="{FC585284-6820-419D-9E6B-A30A0D36DD77}" type="presOf" srcId="{739E0BF3-A7EE-4BD3-A702-464803BE3B6B}" destId="{D5568C28-D1DC-4403-97A7-29FFB794A201}" srcOrd="1" destOrd="0" presId="urn:microsoft.com/office/officeart/2005/8/layout/radial5"/>
    <dgm:cxn modelId="{2FEEE786-474E-44AE-838D-DF3F499183BA}" srcId="{209171C8-59C5-4BD7-9949-15ADB8132292}" destId="{5E33BD1E-6233-4633-B996-2564EBAD4E63}" srcOrd="2" destOrd="0" parTransId="{8EAB8F70-30BE-408C-BF8C-1D7AA1BB4D7B}" sibTransId="{8A2093EF-B2EA-4D88-B589-4F1E8D24B924}"/>
    <dgm:cxn modelId="{A5CA1888-2CB1-43A1-88CB-F94C596472BA}" srcId="{7CA5FC17-AF26-4415-BCA2-5AC1FF21EB02}" destId="{50C8D825-8836-49D4-A03D-531303308A53}" srcOrd="0" destOrd="0" parTransId="{C3BFA693-EA29-4311-BAF4-C27E4BBA2F98}" sibTransId="{D5AB930C-387C-45F1-AA05-EC6F055F105C}"/>
    <dgm:cxn modelId="{EC7DA396-EF9C-4C1C-AD4C-2AD78EB427EF}" type="presOf" srcId="{E7BDE840-CDDA-447A-8227-A640E1B95CFA}" destId="{92E32DC8-E6F6-4F48-B278-BDD484137EF8}" srcOrd="0" destOrd="1" presId="urn:microsoft.com/office/officeart/2005/8/layout/radial5"/>
    <dgm:cxn modelId="{2DC2C099-5D98-4922-8838-560D696364AA}" type="presOf" srcId="{D03D2257-7B77-49A6-BEB3-5B68AA0A6A91}" destId="{9CBFA077-DF40-4005-BD53-90D63511F1A8}" srcOrd="0" destOrd="0" presId="urn:microsoft.com/office/officeart/2005/8/layout/radial5"/>
    <dgm:cxn modelId="{11F8429A-05F3-483B-8A60-7779C8B55608}" srcId="{B09C50DA-DBCF-4841-B84A-475400475B28}" destId="{810B00A5-C65B-4E7C-9A5D-0AE58DFE7053}" srcOrd="1" destOrd="0" parTransId="{762DD34B-7A82-4160-A519-EE567D753F71}" sibTransId="{A99EB70F-656D-430D-A3B4-D60DBA1BEB0C}"/>
    <dgm:cxn modelId="{CE83079D-5358-41B8-A06B-2AA5BF628695}" type="presOf" srcId="{50C8D825-8836-49D4-A03D-531303308A53}" destId="{92E32DC8-E6F6-4F48-B278-BDD484137EF8}" srcOrd="0" destOrd="0" presId="urn:microsoft.com/office/officeart/2005/8/layout/radial5"/>
    <dgm:cxn modelId="{00A1E09D-57FC-4E8F-8254-5B9412610258}" type="presOf" srcId="{6388BFC2-6EE9-4752-85E3-0118CE38AE62}" destId="{A8795BD4-B860-4B3E-BE86-F9E9BF3DDF4F}" srcOrd="0" destOrd="1" presId="urn:microsoft.com/office/officeart/2005/8/layout/radial5"/>
    <dgm:cxn modelId="{DCDC1BA1-6AA1-4071-A070-4C04BE739DF1}" type="presOf" srcId="{8E7FB760-68D0-40EB-9930-A644049C6B59}" destId="{A06E69F2-5E13-4F8F-8D51-B9E9551339A3}" srcOrd="0" destOrd="2" presId="urn:microsoft.com/office/officeart/2005/8/layout/radial5"/>
    <dgm:cxn modelId="{EDE1CDA7-FF60-4CE2-A165-726E7507F326}" type="presOf" srcId="{6523CC7B-B119-474A-9B0E-B9E636A83FB7}" destId="{23ED5818-31CE-4C1E-B647-C23065726531}" srcOrd="0" destOrd="2" presId="urn:microsoft.com/office/officeart/2005/8/layout/radial5"/>
    <dgm:cxn modelId="{D5A988AD-342A-4975-A395-8649609AEC1A}" type="presOf" srcId="{9DA27F22-DB5C-4A04-9E11-172C244F1012}" destId="{03ED8C6D-13A9-45C1-8CB3-EB264A4493F8}" srcOrd="0" destOrd="2" presId="urn:microsoft.com/office/officeart/2005/8/layout/radial5"/>
    <dgm:cxn modelId="{E40938AE-4F92-4277-9169-E9D4C99E84E8}" type="presOf" srcId="{DB98DB62-B999-4494-A869-2564DEB170DA}" destId="{A4F90A0A-D73A-48D5-90F9-10131031C4BB}" srcOrd="0" destOrd="0" presId="urn:microsoft.com/office/officeart/2005/8/layout/radial5"/>
    <dgm:cxn modelId="{A6D73BAE-7ED2-41EF-8010-01E863D36C28}" srcId="{50C8D825-8836-49D4-A03D-531303308A53}" destId="{8E548C08-123C-4050-BB44-7BF3B613793A}" srcOrd="1" destOrd="0" parTransId="{A72F051D-0B21-45F4-A32C-F095A1AF95D7}" sibTransId="{E3DAA313-90EE-42BB-8291-754DCA599D2F}"/>
    <dgm:cxn modelId="{5B46E9B7-3771-4634-B50C-9A23E80A9178}" type="presOf" srcId="{1872742C-F816-47CF-86B4-B109AF395E59}" destId="{E537F609-4E02-4894-AE6E-FD2BBD8D72F5}" srcOrd="0" destOrd="1" presId="urn:microsoft.com/office/officeart/2005/8/layout/radial5"/>
    <dgm:cxn modelId="{B5B7A4B8-4E33-4E02-8D24-D54F0FD4518D}" srcId="{7CA5FC17-AF26-4415-BCA2-5AC1FF21EB02}" destId="{792EE29C-BDBF-45BE-BF97-B2BC71EB2EFA}" srcOrd="5" destOrd="0" parTransId="{18FCE768-EBC5-4764-BEA8-B40A2FCB1385}" sibTransId="{3C2A8618-A851-4DCF-9654-7B37BE204B1B}"/>
    <dgm:cxn modelId="{DABE1EC0-D805-48DA-B3AB-98542ABF25B3}" srcId="{209171C8-59C5-4BD7-9949-15ADB8132292}" destId="{3B079596-198F-4D0F-9504-1F94AF4739E2}" srcOrd="1" destOrd="0" parTransId="{202E1ECB-B25D-4DD2-9D08-00FE5F50DB6A}" sibTransId="{4CEF9000-702A-4432-96C4-EA26AD95EBD7}"/>
    <dgm:cxn modelId="{874E36C4-B76D-4248-A197-3B13D1C3097F}" type="presOf" srcId="{5E33BD1E-6233-4633-B996-2564EBAD4E63}" destId="{A8795BD4-B860-4B3E-BE86-F9E9BF3DDF4F}" srcOrd="0" destOrd="3" presId="urn:microsoft.com/office/officeart/2005/8/layout/radial5"/>
    <dgm:cxn modelId="{DE69D9C4-87A9-46C5-976D-B6ED0258F221}" srcId="{7CA5FC17-AF26-4415-BCA2-5AC1FF21EB02}" destId="{B09C50DA-DBCF-4841-B84A-475400475B28}" srcOrd="4" destOrd="0" parTransId="{BC057B74-519B-4195-A40D-F8E4FE3FC777}" sibTransId="{44DACA21-4363-4AE5-B9D4-B1F2B1D7AB1D}"/>
    <dgm:cxn modelId="{78FCF1C5-5181-4551-B4D1-623424924FEB}" srcId="{69BFE0F2-89A2-433D-AD7D-DC2BF17B9630}" destId="{01181A9F-36FE-4AEB-84B1-1F6548A5FA17}" srcOrd="0" destOrd="0" parTransId="{3F9509CA-3AD2-4D02-8465-CFB319191255}" sibTransId="{C8E12198-6F5F-4008-9F93-70EE004EEE86}"/>
    <dgm:cxn modelId="{954E5AC6-D735-494A-8F53-A26E5D4FAF56}" srcId="{792EE29C-BDBF-45BE-BF97-B2BC71EB2EFA}" destId="{F906D5D1-7FAD-46A0-89FB-C584F4CCE250}" srcOrd="0" destOrd="0" parTransId="{8A2E4FC7-CDBB-43D9-9536-0BDD40189481}" sibTransId="{9A6EC36A-70B0-429B-AB24-4E5C6EAE8E5D}"/>
    <dgm:cxn modelId="{324312C8-98F3-423A-BC84-858B39B71491}" srcId="{7CA5FC17-AF26-4415-BCA2-5AC1FF21EB02}" destId="{9776811F-ADB6-4A66-8372-1DCBDF290E96}" srcOrd="1" destOrd="0" parTransId="{4DF114A7-3803-4232-B15C-556C3106E4E1}" sibTransId="{637552C9-557B-4A58-80F6-956C42037A35}"/>
    <dgm:cxn modelId="{A70828CB-22C0-4E71-96CF-D67948FD279F}" type="presOf" srcId="{C3BFA693-EA29-4311-BAF4-C27E4BBA2F98}" destId="{4EC56B4A-E394-48A6-8FA4-96F008F41872}" srcOrd="1" destOrd="0" presId="urn:microsoft.com/office/officeart/2005/8/layout/radial5"/>
    <dgm:cxn modelId="{506A85CD-BFD5-4FED-8A51-2FFA075CC9E3}" type="presOf" srcId="{810B00A5-C65B-4E7C-9A5D-0AE58DFE7053}" destId="{8BC12B30-C41E-4C60-8C75-1899EF587554}" srcOrd="0" destOrd="2" presId="urn:microsoft.com/office/officeart/2005/8/layout/radial5"/>
    <dgm:cxn modelId="{6D96A8D2-56CC-456D-B7FB-79BBC821C322}" type="presOf" srcId="{D03D2257-7B77-49A6-BEB3-5B68AA0A6A91}" destId="{B8B3AB7F-ACF4-4D30-89FE-2CD6138748F1}" srcOrd="1" destOrd="0" presId="urn:microsoft.com/office/officeart/2005/8/layout/radial5"/>
    <dgm:cxn modelId="{8816EED3-F86F-43AB-B29F-10BC3AEE3C6C}" type="presOf" srcId="{B09C50DA-DBCF-4841-B84A-475400475B28}" destId="{8BC12B30-C41E-4C60-8C75-1899EF587554}" srcOrd="0" destOrd="0" presId="urn:microsoft.com/office/officeart/2005/8/layout/radial5"/>
    <dgm:cxn modelId="{DF6145D4-FC38-47AC-B408-12563C716669}" type="presOf" srcId="{7BECC869-0012-4092-827D-C2437B43B6F2}" destId="{BA3719F4-4776-4EBC-B08B-27C2223D870F}" srcOrd="1" destOrd="0" presId="urn:microsoft.com/office/officeart/2005/8/layout/radial5"/>
    <dgm:cxn modelId="{5D4C9CD5-33E0-47FC-A625-C95294A60446}" srcId="{AEEBFCD1-7ED3-41A1-9C7F-D1868E33457E}" destId="{F55CEFCC-5E08-4107-A877-E31F8C2563EF}" srcOrd="0" destOrd="0" parTransId="{BFB00698-A1C6-4B23-BAD1-AF759351271E}" sibTransId="{43D29262-4198-4A09-9C1D-B2C56677E2B1}"/>
    <dgm:cxn modelId="{02F357D6-5567-4A92-B50C-87E6BA74EE7B}" type="presOf" srcId="{8E548C08-123C-4050-BB44-7BF3B613793A}" destId="{92E32DC8-E6F6-4F48-B278-BDD484137EF8}" srcOrd="0" destOrd="2" presId="urn:microsoft.com/office/officeart/2005/8/layout/radial5"/>
    <dgm:cxn modelId="{159922DE-B26E-4D4B-B76B-0D17B045BE31}" type="presOf" srcId="{4DF114A7-3803-4232-B15C-556C3106E4E1}" destId="{B0BF3B3E-1598-422A-BABE-F0844D37C035}" srcOrd="1" destOrd="0" presId="urn:microsoft.com/office/officeart/2005/8/layout/radial5"/>
    <dgm:cxn modelId="{A228E6ED-2AD1-4421-9F64-CB396B9A0F08}" srcId="{B09C50DA-DBCF-4841-B84A-475400475B28}" destId="{D5055EFA-CEF6-4E06-A337-56E942775255}" srcOrd="0" destOrd="0" parTransId="{7ED5A273-3C73-45BB-95AA-69E5275B2C6D}" sibTransId="{07C20C23-EF67-4E78-AC57-FD7E09EB7A01}"/>
    <dgm:cxn modelId="{3EC08FEE-0720-4E7D-B299-6B218C550ED6}" srcId="{5E7F9A40-F4C8-43DD-BDA3-557DCDF18407}" destId="{2CA56609-01C3-40C9-86E8-18D169B2794E}" srcOrd="0" destOrd="0" parTransId="{36D48F2C-91B7-4A55-8D54-088E17963E7B}" sibTransId="{00B34CEC-3FDD-47A3-80C2-2D2B07EAD9DB}"/>
    <dgm:cxn modelId="{07DDB1F0-FA2A-42DA-899E-EC067DEAF8AE}" type="presOf" srcId="{7CA5FC17-AF26-4415-BCA2-5AC1FF21EB02}" destId="{6D7CCF72-07B1-47B9-B8C3-2EEBEDCFD7F6}" srcOrd="0" destOrd="0" presId="urn:microsoft.com/office/officeart/2005/8/layout/radial5"/>
    <dgm:cxn modelId="{E40FB6F1-ACA0-4BC1-BB00-C1F45A211B03}" type="presOf" srcId="{209171C8-59C5-4BD7-9949-15ADB8132292}" destId="{A8795BD4-B860-4B3E-BE86-F9E9BF3DDF4F}" srcOrd="0" destOrd="0" presId="urn:microsoft.com/office/officeart/2005/8/layout/radial5"/>
    <dgm:cxn modelId="{C14B94F2-3CB3-45C6-8022-CC4CE55879B8}" srcId="{7CA5FC17-AF26-4415-BCA2-5AC1FF21EB02}" destId="{5E7F9A40-F4C8-43DD-BDA3-557DCDF18407}" srcOrd="8" destOrd="0" parTransId="{C2508199-3AF0-44BE-99EC-E4A8B7159507}" sibTransId="{6E673C79-BEF8-4B8D-AC5E-29F715C4E91E}"/>
    <dgm:cxn modelId="{E4F153F6-AAB6-473F-8B97-3E33B4E54744}" srcId="{7CA5FC17-AF26-4415-BCA2-5AC1FF21EB02}" destId="{4DF1D173-0397-4E00-89EB-1BFB2DA744CB}" srcOrd="3" destOrd="0" parTransId="{739E0BF3-A7EE-4BD3-A702-464803BE3B6B}" sibTransId="{020391C0-0E29-46B5-B854-10EFF2154CD9}"/>
    <dgm:cxn modelId="{63BD10FA-3D11-4132-8ABE-066F2D4A5978}" type="presOf" srcId="{BC057B74-519B-4195-A40D-F8E4FE3FC777}" destId="{991ADAE0-01E2-4498-AE64-8A8405C55567}" srcOrd="0" destOrd="0" presId="urn:microsoft.com/office/officeart/2005/8/layout/radial5"/>
    <dgm:cxn modelId="{91E186FA-6300-4325-AB2B-514F5AA84F9A}" srcId="{7CA5FC17-AF26-4415-BCA2-5AC1FF21EB02}" destId="{209171C8-59C5-4BD7-9949-15ADB8132292}" srcOrd="2" destOrd="0" parTransId="{7BECC869-0012-4092-827D-C2437B43B6F2}" sibTransId="{66D9E7D4-C5F8-495D-9503-77567BFF0CC9}"/>
    <dgm:cxn modelId="{EE0BD18F-2440-49E3-958F-3DD498A681DC}" type="presParOf" srcId="{6D02E58D-0E82-4673-9C67-3977A8E9F4AB}" destId="{6D7CCF72-07B1-47B9-B8C3-2EEBEDCFD7F6}" srcOrd="0" destOrd="0" presId="urn:microsoft.com/office/officeart/2005/8/layout/radial5"/>
    <dgm:cxn modelId="{D96541B9-4138-471D-9EF2-88C7B84D3309}" type="presParOf" srcId="{6D02E58D-0E82-4673-9C67-3977A8E9F4AB}" destId="{7358A442-B3C5-4AE8-A3F2-85B61785F621}" srcOrd="1" destOrd="0" presId="urn:microsoft.com/office/officeart/2005/8/layout/radial5"/>
    <dgm:cxn modelId="{DB2757DA-8395-4411-8481-26BE689D0F61}" type="presParOf" srcId="{7358A442-B3C5-4AE8-A3F2-85B61785F621}" destId="{4EC56B4A-E394-48A6-8FA4-96F008F41872}" srcOrd="0" destOrd="0" presId="urn:microsoft.com/office/officeart/2005/8/layout/radial5"/>
    <dgm:cxn modelId="{671B4A47-4FD0-422D-B1CE-6A2CDAAE425F}" type="presParOf" srcId="{6D02E58D-0E82-4673-9C67-3977A8E9F4AB}" destId="{92E32DC8-E6F6-4F48-B278-BDD484137EF8}" srcOrd="2" destOrd="0" presId="urn:microsoft.com/office/officeart/2005/8/layout/radial5"/>
    <dgm:cxn modelId="{F83D0E9D-D229-4E29-9381-D56B56DCD830}" type="presParOf" srcId="{6D02E58D-0E82-4673-9C67-3977A8E9F4AB}" destId="{02F9076B-FBB8-4B94-A26B-D724B49F8FD8}" srcOrd="3" destOrd="0" presId="urn:microsoft.com/office/officeart/2005/8/layout/radial5"/>
    <dgm:cxn modelId="{21E911D5-0B01-4ECE-8E4A-DB03D32BB878}" type="presParOf" srcId="{02F9076B-FBB8-4B94-A26B-D724B49F8FD8}" destId="{B0BF3B3E-1598-422A-BABE-F0844D37C035}" srcOrd="0" destOrd="0" presId="urn:microsoft.com/office/officeart/2005/8/layout/radial5"/>
    <dgm:cxn modelId="{D6024A5F-83B0-4497-947E-8FAA08B5EC33}" type="presParOf" srcId="{6D02E58D-0E82-4673-9C67-3977A8E9F4AB}" destId="{E537F609-4E02-4894-AE6E-FD2BBD8D72F5}" srcOrd="4" destOrd="0" presId="urn:microsoft.com/office/officeart/2005/8/layout/radial5"/>
    <dgm:cxn modelId="{53A8B421-3782-4BF7-BDB6-FE9D8E12AEF7}" type="presParOf" srcId="{6D02E58D-0E82-4673-9C67-3977A8E9F4AB}" destId="{69CFB644-FDC1-4DDB-8A4B-7E417763BC71}" srcOrd="5" destOrd="0" presId="urn:microsoft.com/office/officeart/2005/8/layout/radial5"/>
    <dgm:cxn modelId="{29803A4A-F524-45A3-8BAF-8EA3FB255FEB}" type="presParOf" srcId="{69CFB644-FDC1-4DDB-8A4B-7E417763BC71}" destId="{BA3719F4-4776-4EBC-B08B-27C2223D870F}" srcOrd="0" destOrd="0" presId="urn:microsoft.com/office/officeart/2005/8/layout/radial5"/>
    <dgm:cxn modelId="{95FBB30A-E560-4815-A134-D00C8C7D77B9}" type="presParOf" srcId="{6D02E58D-0E82-4673-9C67-3977A8E9F4AB}" destId="{A8795BD4-B860-4B3E-BE86-F9E9BF3DDF4F}" srcOrd="6" destOrd="0" presId="urn:microsoft.com/office/officeart/2005/8/layout/radial5"/>
    <dgm:cxn modelId="{A6095220-E416-4B79-ABD7-C3089F579AAA}" type="presParOf" srcId="{6D02E58D-0E82-4673-9C67-3977A8E9F4AB}" destId="{76D96B04-A993-48B3-9854-B7FC018B0DD4}" srcOrd="7" destOrd="0" presId="urn:microsoft.com/office/officeart/2005/8/layout/radial5"/>
    <dgm:cxn modelId="{6D427F94-8AB8-4261-BF5E-7D4140A1E0B9}" type="presParOf" srcId="{76D96B04-A993-48B3-9854-B7FC018B0DD4}" destId="{D5568C28-D1DC-4403-97A7-29FFB794A201}" srcOrd="0" destOrd="0" presId="urn:microsoft.com/office/officeart/2005/8/layout/radial5"/>
    <dgm:cxn modelId="{77040E23-6589-43EC-B6DA-8542066CCF40}" type="presParOf" srcId="{6D02E58D-0E82-4673-9C67-3977A8E9F4AB}" destId="{D554393C-72EE-4264-9053-7C951CFCA591}" srcOrd="8" destOrd="0" presId="urn:microsoft.com/office/officeart/2005/8/layout/radial5"/>
    <dgm:cxn modelId="{58321804-BA49-4297-8ABD-409890640C2C}" type="presParOf" srcId="{6D02E58D-0E82-4673-9C67-3977A8E9F4AB}" destId="{991ADAE0-01E2-4498-AE64-8A8405C55567}" srcOrd="9" destOrd="0" presId="urn:microsoft.com/office/officeart/2005/8/layout/radial5"/>
    <dgm:cxn modelId="{7E543084-B2DD-4226-9261-77DC9747D892}" type="presParOf" srcId="{991ADAE0-01E2-4498-AE64-8A8405C55567}" destId="{CEF1678D-0AFC-4C76-AF69-5E3BDA6609AA}" srcOrd="0" destOrd="0" presId="urn:microsoft.com/office/officeart/2005/8/layout/radial5"/>
    <dgm:cxn modelId="{474F887A-1C99-43D9-99C2-2935FB266C59}" type="presParOf" srcId="{6D02E58D-0E82-4673-9C67-3977A8E9F4AB}" destId="{8BC12B30-C41E-4C60-8C75-1899EF587554}" srcOrd="10" destOrd="0" presId="urn:microsoft.com/office/officeart/2005/8/layout/radial5"/>
    <dgm:cxn modelId="{98E4E6A6-43F2-4E72-8E0C-3E1BF3F899D4}" type="presParOf" srcId="{6D02E58D-0E82-4673-9C67-3977A8E9F4AB}" destId="{4CAD418E-2549-4371-8B42-3F357B58DD06}" srcOrd="11" destOrd="0" presId="urn:microsoft.com/office/officeart/2005/8/layout/radial5"/>
    <dgm:cxn modelId="{403A3E9D-FD5F-49DA-BDD3-2FF8FC77934B}" type="presParOf" srcId="{4CAD418E-2549-4371-8B42-3F357B58DD06}" destId="{5D03B03C-E9CE-48E4-B5F0-D233E95A2F73}" srcOrd="0" destOrd="0" presId="urn:microsoft.com/office/officeart/2005/8/layout/radial5"/>
    <dgm:cxn modelId="{2DE637E1-A97E-469A-87C6-61C67502F209}" type="presParOf" srcId="{6D02E58D-0E82-4673-9C67-3977A8E9F4AB}" destId="{A06E69F2-5E13-4F8F-8D51-B9E9551339A3}" srcOrd="12" destOrd="0" presId="urn:microsoft.com/office/officeart/2005/8/layout/radial5"/>
    <dgm:cxn modelId="{EF2464CB-A9F6-424F-9861-85FEEEB6004D}" type="presParOf" srcId="{6D02E58D-0E82-4673-9C67-3977A8E9F4AB}" destId="{A4F90A0A-D73A-48D5-90F9-10131031C4BB}" srcOrd="13" destOrd="0" presId="urn:microsoft.com/office/officeart/2005/8/layout/radial5"/>
    <dgm:cxn modelId="{CEBE4CD3-6660-47E3-8E96-5A7E3979E148}" type="presParOf" srcId="{A4F90A0A-D73A-48D5-90F9-10131031C4BB}" destId="{45C7B6D4-8A04-4068-8F50-A5572D2D23F5}" srcOrd="0" destOrd="0" presId="urn:microsoft.com/office/officeart/2005/8/layout/radial5"/>
    <dgm:cxn modelId="{366FEC4E-4C1D-4362-A5D3-C2F023EAF83F}" type="presParOf" srcId="{6D02E58D-0E82-4673-9C67-3977A8E9F4AB}" destId="{03ED8C6D-13A9-45C1-8CB3-EB264A4493F8}" srcOrd="14" destOrd="0" presId="urn:microsoft.com/office/officeart/2005/8/layout/radial5"/>
    <dgm:cxn modelId="{14142C80-43C3-4ECB-AC95-4373B977A3AB}" type="presParOf" srcId="{6D02E58D-0E82-4673-9C67-3977A8E9F4AB}" destId="{9CBFA077-DF40-4005-BD53-90D63511F1A8}" srcOrd="15" destOrd="0" presId="urn:microsoft.com/office/officeart/2005/8/layout/radial5"/>
    <dgm:cxn modelId="{51D963D0-931C-44A7-909E-04711CFCA5E4}" type="presParOf" srcId="{9CBFA077-DF40-4005-BD53-90D63511F1A8}" destId="{B8B3AB7F-ACF4-4D30-89FE-2CD6138748F1}" srcOrd="0" destOrd="0" presId="urn:microsoft.com/office/officeart/2005/8/layout/radial5"/>
    <dgm:cxn modelId="{9D6AC543-9DB3-4101-A0E4-4DDEE302F7B0}" type="presParOf" srcId="{6D02E58D-0E82-4673-9C67-3977A8E9F4AB}" destId="{2DB0D36C-375B-4410-A656-28C5743CDDE3}" srcOrd="16" destOrd="0" presId="urn:microsoft.com/office/officeart/2005/8/layout/radial5"/>
    <dgm:cxn modelId="{C506543B-FD68-46B2-896A-AE6A88BABCE3}" type="presParOf" srcId="{6D02E58D-0E82-4673-9C67-3977A8E9F4AB}" destId="{2323F01A-C9C6-42D1-8D31-D79DE6966CD9}" srcOrd="17" destOrd="0" presId="urn:microsoft.com/office/officeart/2005/8/layout/radial5"/>
    <dgm:cxn modelId="{560A3AB2-4C11-4954-9660-F7ED451DFD3B}" type="presParOf" srcId="{2323F01A-C9C6-42D1-8D31-D79DE6966CD9}" destId="{949D4108-A2B3-4509-9CF3-A9657F2A5F4C}" srcOrd="0" destOrd="0" presId="urn:microsoft.com/office/officeart/2005/8/layout/radial5"/>
    <dgm:cxn modelId="{4759661D-F0D8-4008-B108-C6C36C6E3A41}" type="presParOf" srcId="{6D02E58D-0E82-4673-9C67-3977A8E9F4AB}" destId="{23ED5818-31CE-4C1E-B647-C23065726531}" srcOrd="1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884A985E-E4E1-4518-AB6C-0C94298C43AC}" type="doc">
      <dgm:prSet loTypeId="urn:microsoft.com/office/officeart/2005/8/layout/radial5" loCatId="relationship" qsTypeId="urn:microsoft.com/office/officeart/2005/8/quickstyle/simple1" qsCatId="simple" csTypeId="urn:microsoft.com/office/officeart/2005/8/colors/accent2_1" csCatId="accent2" phldr="1"/>
      <dgm:spPr/>
      <dgm:t>
        <a:bodyPr/>
        <a:lstStyle/>
        <a:p>
          <a:endParaRPr lang="en-GB"/>
        </a:p>
      </dgm:t>
    </dgm:pt>
    <dgm:pt modelId="{6D02E58D-0E82-4673-9C67-3977A8E9F4AB}" type="pres">
      <dgm:prSet presAssocID="{884A985E-E4E1-4518-AB6C-0C94298C43AC}" presName="Name0" presStyleCnt="0">
        <dgm:presLayoutVars>
          <dgm:chMax val="1"/>
          <dgm:dir/>
          <dgm:animLvl val="ctr"/>
          <dgm:resizeHandles val="exact"/>
        </dgm:presLayoutVars>
      </dgm:prSet>
      <dgm:spPr/>
    </dgm:pt>
  </dgm:ptLst>
  <dgm:cxnLst>
    <dgm:cxn modelId="{ED783B60-C6EA-48A5-8977-E5D3CAFA154E}" type="presOf" srcId="{884A985E-E4E1-4518-AB6C-0C94298C43AC}" destId="{6D02E58D-0E82-4673-9C67-3977A8E9F4AB}" srcOrd="0"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4544D4AE-1FB2-42E8-8A2D-F8F813B4623E}"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cs-CZ"/>
        </a:p>
      </dgm:t>
    </dgm:pt>
    <dgm:pt modelId="{0004B1F1-17D6-4EDB-AF87-8A7F10DDBE16}">
      <dgm:prSet phldrT="[Text]" custT="1"/>
      <dgm:spPr/>
      <dgm:t>
        <a:bodyPr/>
        <a:lstStyle/>
        <a:p>
          <a:r>
            <a:rPr lang="en-GB" sz="2000" noProof="0" dirty="0">
              <a:solidFill>
                <a:schemeClr val="tx1"/>
              </a:solidFill>
            </a:rPr>
            <a:t>1) Situation considered problematic</a:t>
          </a:r>
        </a:p>
      </dgm:t>
    </dgm:pt>
    <dgm:pt modelId="{A40ED5FC-6E1A-4BD3-A58B-C37069F501EA}" type="parTrans" cxnId="{7269CC2A-BC2E-4C68-AFBA-B7BE0D8F12CB}">
      <dgm:prSet/>
      <dgm:spPr/>
      <dgm:t>
        <a:bodyPr/>
        <a:lstStyle/>
        <a:p>
          <a:endParaRPr lang="en-GB" sz="2800" noProof="0">
            <a:solidFill>
              <a:schemeClr val="tx1"/>
            </a:solidFill>
          </a:endParaRPr>
        </a:p>
      </dgm:t>
    </dgm:pt>
    <dgm:pt modelId="{2B49E600-306A-4224-8287-2B3BBAF504D6}" type="sibTrans" cxnId="{7269CC2A-BC2E-4C68-AFBA-B7BE0D8F12CB}">
      <dgm:prSet custT="1"/>
      <dgm:spPr/>
      <dgm:t>
        <a:bodyPr/>
        <a:lstStyle/>
        <a:p>
          <a:endParaRPr lang="en-GB" sz="1100" noProof="0">
            <a:solidFill>
              <a:schemeClr val="tx1"/>
            </a:solidFill>
          </a:endParaRPr>
        </a:p>
      </dgm:t>
    </dgm:pt>
    <dgm:pt modelId="{68872362-B977-4B48-923C-220E073E1C25}">
      <dgm:prSet phldrT="[Text]" custT="1"/>
      <dgm:spPr/>
      <dgm:t>
        <a:bodyPr/>
        <a:lstStyle/>
        <a:p>
          <a:r>
            <a:rPr lang="en-GB" sz="2000" noProof="0" dirty="0">
              <a:solidFill>
                <a:schemeClr val="tx1"/>
              </a:solidFill>
            </a:rPr>
            <a:t>2) Problem situation expressed</a:t>
          </a:r>
        </a:p>
      </dgm:t>
    </dgm:pt>
    <dgm:pt modelId="{97E1BA57-EE8C-4649-9D6F-EDE14EA8C56F}" type="parTrans" cxnId="{D8656175-3DE8-4BEC-A392-8A91387CF5DC}">
      <dgm:prSet/>
      <dgm:spPr/>
      <dgm:t>
        <a:bodyPr/>
        <a:lstStyle/>
        <a:p>
          <a:endParaRPr lang="en-GB" sz="2800" noProof="0">
            <a:solidFill>
              <a:schemeClr val="tx1"/>
            </a:solidFill>
          </a:endParaRPr>
        </a:p>
      </dgm:t>
    </dgm:pt>
    <dgm:pt modelId="{A397B872-F78E-4F03-96CA-A4F66A9ED1D1}" type="sibTrans" cxnId="{D8656175-3DE8-4BEC-A392-8A91387CF5DC}">
      <dgm:prSet custT="1"/>
      <dgm:spPr/>
      <dgm:t>
        <a:bodyPr/>
        <a:lstStyle/>
        <a:p>
          <a:endParaRPr lang="en-GB" sz="800" noProof="0">
            <a:solidFill>
              <a:schemeClr val="tx1"/>
            </a:solidFill>
          </a:endParaRPr>
        </a:p>
      </dgm:t>
    </dgm:pt>
    <dgm:pt modelId="{D7B6E485-AE20-4D55-B90C-05EB3557D860}">
      <dgm:prSet phldrT="[Text]" custT="1"/>
      <dgm:spPr/>
      <dgm:t>
        <a:bodyPr/>
        <a:lstStyle/>
        <a:p>
          <a:r>
            <a:rPr lang="en-GB" sz="2000" noProof="0" dirty="0">
              <a:solidFill>
                <a:schemeClr val="tx1"/>
              </a:solidFill>
            </a:rPr>
            <a:t>3) Root definitions of purposeful activity systems</a:t>
          </a:r>
        </a:p>
      </dgm:t>
    </dgm:pt>
    <dgm:pt modelId="{08304EA6-79AB-4C1D-BA0C-3F068AC28A00}" type="parTrans" cxnId="{4D5466C3-5FFC-46ED-95D1-9C748846E9FF}">
      <dgm:prSet/>
      <dgm:spPr/>
      <dgm:t>
        <a:bodyPr/>
        <a:lstStyle/>
        <a:p>
          <a:endParaRPr lang="en-GB" sz="2800" noProof="0">
            <a:solidFill>
              <a:schemeClr val="tx1"/>
            </a:solidFill>
          </a:endParaRPr>
        </a:p>
      </dgm:t>
    </dgm:pt>
    <dgm:pt modelId="{19FEA31F-413D-4817-93D9-4ED345616038}" type="sibTrans" cxnId="{4D5466C3-5FFC-46ED-95D1-9C748846E9FF}">
      <dgm:prSet custT="1"/>
      <dgm:spPr/>
      <dgm:t>
        <a:bodyPr/>
        <a:lstStyle/>
        <a:p>
          <a:endParaRPr lang="en-GB" sz="1600" noProof="0">
            <a:solidFill>
              <a:schemeClr val="tx1"/>
            </a:solidFill>
          </a:endParaRPr>
        </a:p>
      </dgm:t>
    </dgm:pt>
    <dgm:pt modelId="{86E54450-8A0A-4826-BC65-342F25FE8990}">
      <dgm:prSet phldrT="[Text]" custT="1"/>
      <dgm:spPr/>
      <dgm:t>
        <a:bodyPr/>
        <a:lstStyle/>
        <a:p>
          <a:r>
            <a:rPr lang="en-GB" sz="2000" noProof="0" dirty="0">
              <a:solidFill>
                <a:schemeClr val="tx1"/>
              </a:solidFill>
            </a:rPr>
            <a:t>4) Conceptual models of the systems named in the root definitions</a:t>
          </a:r>
        </a:p>
      </dgm:t>
    </dgm:pt>
    <dgm:pt modelId="{646049FC-A970-4D80-9B26-378F717C7AA3}" type="parTrans" cxnId="{65F1B63B-941B-4CDE-8C3B-DCABEC386D00}">
      <dgm:prSet/>
      <dgm:spPr/>
      <dgm:t>
        <a:bodyPr/>
        <a:lstStyle/>
        <a:p>
          <a:endParaRPr lang="en-GB" sz="2800" noProof="0">
            <a:solidFill>
              <a:schemeClr val="tx1"/>
            </a:solidFill>
          </a:endParaRPr>
        </a:p>
      </dgm:t>
    </dgm:pt>
    <dgm:pt modelId="{536E0A4B-1DDA-40DA-BA9E-FA0519DF4F0C}" type="sibTrans" cxnId="{65F1B63B-941B-4CDE-8C3B-DCABEC386D00}">
      <dgm:prSet custT="1"/>
      <dgm:spPr/>
      <dgm:t>
        <a:bodyPr/>
        <a:lstStyle/>
        <a:p>
          <a:endParaRPr lang="en-GB" sz="1600" noProof="0">
            <a:solidFill>
              <a:schemeClr val="tx1"/>
            </a:solidFill>
          </a:endParaRPr>
        </a:p>
      </dgm:t>
    </dgm:pt>
    <dgm:pt modelId="{FD083EC1-BD98-4ED9-8B64-9591B059FD48}">
      <dgm:prSet phldrT="[Text]" custT="1"/>
      <dgm:spPr/>
      <dgm:t>
        <a:bodyPr/>
        <a:lstStyle/>
        <a:p>
          <a:r>
            <a:rPr lang="en-GB" sz="2000" noProof="0" dirty="0">
              <a:solidFill>
                <a:schemeClr val="tx1"/>
              </a:solidFill>
            </a:rPr>
            <a:t>5) Comparison of models and real world</a:t>
          </a:r>
        </a:p>
      </dgm:t>
    </dgm:pt>
    <dgm:pt modelId="{64A89A54-0036-4A50-A8F8-73839468C7DC}" type="parTrans" cxnId="{4A19E229-0E8E-415C-AEFF-6430C4A236B4}">
      <dgm:prSet/>
      <dgm:spPr/>
      <dgm:t>
        <a:bodyPr/>
        <a:lstStyle/>
        <a:p>
          <a:endParaRPr lang="en-GB" sz="2800" noProof="0">
            <a:solidFill>
              <a:schemeClr val="tx1"/>
            </a:solidFill>
          </a:endParaRPr>
        </a:p>
      </dgm:t>
    </dgm:pt>
    <dgm:pt modelId="{13C1A442-FC20-4472-A4D6-24BD9D4E88AC}" type="sibTrans" cxnId="{4A19E229-0E8E-415C-AEFF-6430C4A236B4}">
      <dgm:prSet custT="1"/>
      <dgm:spPr/>
      <dgm:t>
        <a:bodyPr/>
        <a:lstStyle/>
        <a:p>
          <a:endParaRPr lang="en-GB" sz="800" noProof="0">
            <a:solidFill>
              <a:schemeClr val="tx1"/>
            </a:solidFill>
          </a:endParaRPr>
        </a:p>
      </dgm:t>
    </dgm:pt>
    <dgm:pt modelId="{5F4BD733-305B-4727-B9E2-8BB0A972A0FC}">
      <dgm:prSet phldrT="[Text]" custT="1"/>
      <dgm:spPr/>
      <dgm:t>
        <a:bodyPr/>
        <a:lstStyle/>
        <a:p>
          <a:r>
            <a:rPr lang="en-GB" sz="2000" noProof="0" dirty="0">
              <a:solidFill>
                <a:schemeClr val="tx1"/>
              </a:solidFill>
            </a:rPr>
            <a:t>6) Changes: systematically desirable</a:t>
          </a:r>
          <a:r>
            <a:rPr lang="cs-CZ" sz="2000" noProof="0" dirty="0">
              <a:solidFill>
                <a:schemeClr val="tx1"/>
              </a:solidFill>
            </a:rPr>
            <a:t>,</a:t>
          </a:r>
          <a:r>
            <a:rPr lang="en-GB" sz="2000" noProof="0" dirty="0">
              <a:solidFill>
                <a:schemeClr val="tx1"/>
              </a:solidFill>
            </a:rPr>
            <a:t> culturally feasible</a:t>
          </a:r>
        </a:p>
      </dgm:t>
    </dgm:pt>
    <dgm:pt modelId="{5FCAB91D-1E31-4E81-816F-E5B37CECEFDD}" type="parTrans" cxnId="{95C331F4-161B-4709-B5C7-601CA1178239}">
      <dgm:prSet/>
      <dgm:spPr/>
      <dgm:t>
        <a:bodyPr/>
        <a:lstStyle/>
        <a:p>
          <a:endParaRPr lang="en-GB" sz="2800" noProof="0">
            <a:solidFill>
              <a:schemeClr val="tx1"/>
            </a:solidFill>
          </a:endParaRPr>
        </a:p>
      </dgm:t>
    </dgm:pt>
    <dgm:pt modelId="{42C80A38-8D62-4699-852B-F19B1E7F3AE2}" type="sibTrans" cxnId="{95C331F4-161B-4709-B5C7-601CA1178239}">
      <dgm:prSet custT="1"/>
      <dgm:spPr/>
      <dgm:t>
        <a:bodyPr/>
        <a:lstStyle/>
        <a:p>
          <a:endParaRPr lang="en-GB" sz="1600" noProof="0">
            <a:solidFill>
              <a:schemeClr val="tx1"/>
            </a:solidFill>
          </a:endParaRPr>
        </a:p>
      </dgm:t>
    </dgm:pt>
    <dgm:pt modelId="{BE23DA89-9DB4-4B7F-A4A8-3F9E05F90C14}">
      <dgm:prSet phldrT="[Text]" custT="1"/>
      <dgm:spPr/>
      <dgm:t>
        <a:bodyPr/>
        <a:lstStyle/>
        <a:p>
          <a:r>
            <a:rPr lang="en-GB" sz="2000" noProof="0" dirty="0">
              <a:solidFill>
                <a:schemeClr val="tx1"/>
              </a:solidFill>
            </a:rPr>
            <a:t>7) Action to improve the problem situation</a:t>
          </a:r>
        </a:p>
      </dgm:t>
    </dgm:pt>
    <dgm:pt modelId="{DB9C5F96-C528-46D1-A0C8-C31839CE2F92}" type="parTrans" cxnId="{D28E1F01-BC40-4A60-8511-5B54EBE89C74}">
      <dgm:prSet/>
      <dgm:spPr/>
      <dgm:t>
        <a:bodyPr/>
        <a:lstStyle/>
        <a:p>
          <a:endParaRPr lang="en-GB" sz="2800" noProof="0">
            <a:solidFill>
              <a:schemeClr val="tx1"/>
            </a:solidFill>
          </a:endParaRPr>
        </a:p>
      </dgm:t>
    </dgm:pt>
    <dgm:pt modelId="{0A22CD08-A9DE-4AB8-BD89-E65072C04EB3}" type="sibTrans" cxnId="{D28E1F01-BC40-4A60-8511-5B54EBE89C74}">
      <dgm:prSet/>
      <dgm:spPr/>
      <dgm:t>
        <a:bodyPr/>
        <a:lstStyle/>
        <a:p>
          <a:endParaRPr lang="en-GB" sz="2800" noProof="0">
            <a:solidFill>
              <a:schemeClr val="tx1"/>
            </a:solidFill>
          </a:endParaRPr>
        </a:p>
      </dgm:t>
    </dgm:pt>
    <dgm:pt modelId="{FFE7AC7B-D3D6-48C7-ADB5-2AA178F643A9}" type="pres">
      <dgm:prSet presAssocID="{4544D4AE-1FB2-42E8-8A2D-F8F813B4623E}" presName="diagram" presStyleCnt="0">
        <dgm:presLayoutVars>
          <dgm:dir/>
          <dgm:resizeHandles val="exact"/>
        </dgm:presLayoutVars>
      </dgm:prSet>
      <dgm:spPr/>
    </dgm:pt>
    <dgm:pt modelId="{ED2BE24E-D1F3-4D12-A19D-DF92E57D27BD}" type="pres">
      <dgm:prSet presAssocID="{0004B1F1-17D6-4EDB-AF87-8A7F10DDBE16}" presName="node" presStyleLbl="node1" presStyleIdx="0" presStyleCnt="7" custScaleX="118923" custLinFactNeighborX="-14433" custLinFactNeighborY="-1677">
        <dgm:presLayoutVars>
          <dgm:bulletEnabled val="1"/>
        </dgm:presLayoutVars>
      </dgm:prSet>
      <dgm:spPr/>
    </dgm:pt>
    <dgm:pt modelId="{E1B75652-FBD5-4ADF-9906-87E353597388}" type="pres">
      <dgm:prSet presAssocID="{2B49E600-306A-4224-8287-2B3BBAF504D6}" presName="sibTrans" presStyleLbl="sibTrans2D1" presStyleIdx="0" presStyleCnt="6"/>
      <dgm:spPr/>
    </dgm:pt>
    <dgm:pt modelId="{C7A2B609-591E-4A2A-A315-896DFB4CF494}" type="pres">
      <dgm:prSet presAssocID="{2B49E600-306A-4224-8287-2B3BBAF504D6}" presName="connectorText" presStyleLbl="sibTrans2D1" presStyleIdx="0" presStyleCnt="6"/>
      <dgm:spPr/>
    </dgm:pt>
    <dgm:pt modelId="{D0D09139-3A1D-4DE5-AEFE-712D2BB38A10}" type="pres">
      <dgm:prSet presAssocID="{68872362-B977-4B48-923C-220E073E1C25}" presName="node" presStyleLbl="node1" presStyleIdx="1" presStyleCnt="7" custScaleX="128427" custLinFactX="-73356" custLinFactY="48798" custLinFactNeighborX="-100000" custLinFactNeighborY="100000">
        <dgm:presLayoutVars>
          <dgm:bulletEnabled val="1"/>
        </dgm:presLayoutVars>
      </dgm:prSet>
      <dgm:spPr/>
    </dgm:pt>
    <dgm:pt modelId="{614EAFA4-1B41-486B-A82F-303370387F5D}" type="pres">
      <dgm:prSet presAssocID="{A397B872-F78E-4F03-96CA-A4F66A9ED1D1}" presName="sibTrans" presStyleLbl="sibTrans2D1" presStyleIdx="1" presStyleCnt="6"/>
      <dgm:spPr/>
    </dgm:pt>
    <dgm:pt modelId="{9CAC38D5-EE98-47CD-A830-665E2A756DE6}" type="pres">
      <dgm:prSet presAssocID="{A397B872-F78E-4F03-96CA-A4F66A9ED1D1}" presName="connectorText" presStyleLbl="sibTrans2D1" presStyleIdx="1" presStyleCnt="6"/>
      <dgm:spPr/>
    </dgm:pt>
    <dgm:pt modelId="{DB15B0FC-6B6C-47B8-8EBE-42E76390E489}" type="pres">
      <dgm:prSet presAssocID="{D7B6E485-AE20-4D55-B90C-05EB3557D860}" presName="node" presStyleLbl="node1" presStyleIdx="2" presStyleCnt="7" custScaleX="193492" custLinFactX="-115682" custLinFactY="123032" custLinFactNeighborX="-200000" custLinFactNeighborY="200000">
        <dgm:presLayoutVars>
          <dgm:bulletEnabled val="1"/>
        </dgm:presLayoutVars>
      </dgm:prSet>
      <dgm:spPr/>
    </dgm:pt>
    <dgm:pt modelId="{252589B6-1095-4543-8E21-C298C251BED1}" type="pres">
      <dgm:prSet presAssocID="{19FEA31F-413D-4817-93D9-4ED345616038}" presName="sibTrans" presStyleLbl="sibTrans2D1" presStyleIdx="2" presStyleCnt="6"/>
      <dgm:spPr/>
    </dgm:pt>
    <dgm:pt modelId="{F227BEAA-CC2B-4B7D-AA0B-8A9E8EA616A5}" type="pres">
      <dgm:prSet presAssocID="{19FEA31F-413D-4817-93D9-4ED345616038}" presName="connectorText" presStyleLbl="sibTrans2D1" presStyleIdx="2" presStyleCnt="6"/>
      <dgm:spPr/>
    </dgm:pt>
    <dgm:pt modelId="{E5BD7F4B-C6FE-489C-A52C-15E408F586F3}" type="pres">
      <dgm:prSet presAssocID="{86E54450-8A0A-4826-BC65-342F25FE8990}" presName="node" presStyleLbl="node1" presStyleIdx="3" presStyleCnt="7" custScaleX="233268" custScaleY="113163" custLinFactY="48446" custLinFactNeighborX="-33561" custLinFactNeighborY="100000">
        <dgm:presLayoutVars>
          <dgm:bulletEnabled val="1"/>
        </dgm:presLayoutVars>
      </dgm:prSet>
      <dgm:spPr/>
    </dgm:pt>
    <dgm:pt modelId="{3A9535C3-2D60-475D-9841-31A8EFED828F}" type="pres">
      <dgm:prSet presAssocID="{536E0A4B-1DDA-40DA-BA9E-FA0519DF4F0C}" presName="sibTrans" presStyleLbl="sibTrans2D1" presStyleIdx="3" presStyleCnt="6"/>
      <dgm:spPr/>
    </dgm:pt>
    <dgm:pt modelId="{F370960B-2EC6-4FB9-A4EE-DF0CB1AFE539}" type="pres">
      <dgm:prSet presAssocID="{536E0A4B-1DDA-40DA-BA9E-FA0519DF4F0C}" presName="connectorText" presStyleLbl="sibTrans2D1" presStyleIdx="3" presStyleCnt="6"/>
      <dgm:spPr/>
    </dgm:pt>
    <dgm:pt modelId="{EFE75443-3925-4FBC-97E0-95D104F80DF4}" type="pres">
      <dgm:prSet presAssocID="{FD083EC1-BD98-4ED9-8B64-9591B059FD48}" presName="node" presStyleLbl="node1" presStyleIdx="4" presStyleCnt="7" custScaleX="168161" custLinFactNeighborX="70059" custLinFactNeighborY="-8611">
        <dgm:presLayoutVars>
          <dgm:bulletEnabled val="1"/>
        </dgm:presLayoutVars>
      </dgm:prSet>
      <dgm:spPr/>
    </dgm:pt>
    <dgm:pt modelId="{ADC4DDF2-96A6-40B7-B386-59DEFA614D83}" type="pres">
      <dgm:prSet presAssocID="{13C1A442-FC20-4472-A4D6-24BD9D4E88AC}" presName="sibTrans" presStyleLbl="sibTrans2D1" presStyleIdx="4" presStyleCnt="6"/>
      <dgm:spPr/>
    </dgm:pt>
    <dgm:pt modelId="{A7CAA262-F0E0-45E3-BB89-0D904D446971}" type="pres">
      <dgm:prSet presAssocID="{13C1A442-FC20-4472-A4D6-24BD9D4E88AC}" presName="connectorText" presStyleLbl="sibTrans2D1" presStyleIdx="4" presStyleCnt="6"/>
      <dgm:spPr/>
    </dgm:pt>
    <dgm:pt modelId="{F7EE5965-EB1A-438D-BD6C-41C9EB4CD361}" type="pres">
      <dgm:prSet presAssocID="{5F4BD733-305B-4727-B9E2-8BB0A972A0FC}" presName="node" presStyleLbl="node1" presStyleIdx="5" presStyleCnt="7" custScaleX="227842" custLinFactX="100000" custLinFactY="-100000" custLinFactNeighborX="169636" custLinFactNeighborY="-176896">
        <dgm:presLayoutVars>
          <dgm:bulletEnabled val="1"/>
        </dgm:presLayoutVars>
      </dgm:prSet>
      <dgm:spPr/>
    </dgm:pt>
    <dgm:pt modelId="{5E65ADA9-6F48-4002-82F4-87A522741072}" type="pres">
      <dgm:prSet presAssocID="{42C80A38-8D62-4699-852B-F19B1E7F3AE2}" presName="sibTrans" presStyleLbl="sibTrans2D1" presStyleIdx="5" presStyleCnt="6"/>
      <dgm:spPr/>
    </dgm:pt>
    <dgm:pt modelId="{A2D4ABF1-E284-4DD0-8C1D-E7F9BFD7F3D2}" type="pres">
      <dgm:prSet presAssocID="{42C80A38-8D62-4699-852B-F19B1E7F3AE2}" presName="connectorText" presStyleLbl="sibTrans2D1" presStyleIdx="5" presStyleCnt="6"/>
      <dgm:spPr/>
    </dgm:pt>
    <dgm:pt modelId="{4D2D410C-7093-40B7-80C0-AE8DC4E793B7}" type="pres">
      <dgm:prSet presAssocID="{BE23DA89-9DB4-4B7F-A4A8-3F9E05F90C14}" presName="node" presStyleLbl="node1" presStyleIdx="6" presStyleCnt="7" custScaleX="210698" custLinFactX="-100000" custLinFactY="-148174" custLinFactNeighborX="-126294" custLinFactNeighborY="-200000">
        <dgm:presLayoutVars>
          <dgm:bulletEnabled val="1"/>
        </dgm:presLayoutVars>
      </dgm:prSet>
      <dgm:spPr/>
    </dgm:pt>
  </dgm:ptLst>
  <dgm:cxnLst>
    <dgm:cxn modelId="{D28E1F01-BC40-4A60-8511-5B54EBE89C74}" srcId="{4544D4AE-1FB2-42E8-8A2D-F8F813B4623E}" destId="{BE23DA89-9DB4-4B7F-A4A8-3F9E05F90C14}" srcOrd="6" destOrd="0" parTransId="{DB9C5F96-C528-46D1-A0C8-C31839CE2F92}" sibTransId="{0A22CD08-A9DE-4AB8-BD89-E65072C04EB3}"/>
    <dgm:cxn modelId="{5828A51D-4472-4128-808F-EEB054344995}" type="presOf" srcId="{A397B872-F78E-4F03-96CA-A4F66A9ED1D1}" destId="{9CAC38D5-EE98-47CD-A830-665E2A756DE6}" srcOrd="1" destOrd="0" presId="urn:microsoft.com/office/officeart/2005/8/layout/process5"/>
    <dgm:cxn modelId="{96D0C323-48E7-4513-95A0-BF38770D9C46}" type="presOf" srcId="{FD083EC1-BD98-4ED9-8B64-9591B059FD48}" destId="{EFE75443-3925-4FBC-97E0-95D104F80DF4}" srcOrd="0" destOrd="0" presId="urn:microsoft.com/office/officeart/2005/8/layout/process5"/>
    <dgm:cxn modelId="{4A19E229-0E8E-415C-AEFF-6430C4A236B4}" srcId="{4544D4AE-1FB2-42E8-8A2D-F8F813B4623E}" destId="{FD083EC1-BD98-4ED9-8B64-9591B059FD48}" srcOrd="4" destOrd="0" parTransId="{64A89A54-0036-4A50-A8F8-73839468C7DC}" sibTransId="{13C1A442-FC20-4472-A4D6-24BD9D4E88AC}"/>
    <dgm:cxn modelId="{7269CC2A-BC2E-4C68-AFBA-B7BE0D8F12CB}" srcId="{4544D4AE-1FB2-42E8-8A2D-F8F813B4623E}" destId="{0004B1F1-17D6-4EDB-AF87-8A7F10DDBE16}" srcOrd="0" destOrd="0" parTransId="{A40ED5FC-6E1A-4BD3-A58B-C37069F501EA}" sibTransId="{2B49E600-306A-4224-8287-2B3BBAF504D6}"/>
    <dgm:cxn modelId="{A873C038-1C0A-49D2-B931-4188CDF96290}" type="presOf" srcId="{2B49E600-306A-4224-8287-2B3BBAF504D6}" destId="{C7A2B609-591E-4A2A-A315-896DFB4CF494}" srcOrd="1" destOrd="0" presId="urn:microsoft.com/office/officeart/2005/8/layout/process5"/>
    <dgm:cxn modelId="{65F1B63B-941B-4CDE-8C3B-DCABEC386D00}" srcId="{4544D4AE-1FB2-42E8-8A2D-F8F813B4623E}" destId="{86E54450-8A0A-4826-BC65-342F25FE8990}" srcOrd="3" destOrd="0" parTransId="{646049FC-A970-4D80-9B26-378F717C7AA3}" sibTransId="{536E0A4B-1DDA-40DA-BA9E-FA0519DF4F0C}"/>
    <dgm:cxn modelId="{B86D9F3D-1A3D-4DAA-B32C-144FA32BC8A7}" type="presOf" srcId="{68872362-B977-4B48-923C-220E073E1C25}" destId="{D0D09139-3A1D-4DE5-AEFE-712D2BB38A10}" srcOrd="0" destOrd="0" presId="urn:microsoft.com/office/officeart/2005/8/layout/process5"/>
    <dgm:cxn modelId="{9D11C85F-2806-4FC3-930C-B75C826446F3}" type="presOf" srcId="{536E0A4B-1DDA-40DA-BA9E-FA0519DF4F0C}" destId="{3A9535C3-2D60-475D-9841-31A8EFED828F}" srcOrd="0" destOrd="0" presId="urn:microsoft.com/office/officeart/2005/8/layout/process5"/>
    <dgm:cxn modelId="{EF240B60-BA48-46E6-A303-5EB58F2FB7C6}" type="presOf" srcId="{536E0A4B-1DDA-40DA-BA9E-FA0519DF4F0C}" destId="{F370960B-2EC6-4FB9-A4EE-DF0CB1AFE539}" srcOrd="1" destOrd="0" presId="urn:microsoft.com/office/officeart/2005/8/layout/process5"/>
    <dgm:cxn modelId="{288F3342-DEBF-444C-BEFC-A777C75EBDE0}" type="presOf" srcId="{19FEA31F-413D-4817-93D9-4ED345616038}" destId="{252589B6-1095-4543-8E21-C298C251BED1}" srcOrd="0" destOrd="0" presId="urn:microsoft.com/office/officeart/2005/8/layout/process5"/>
    <dgm:cxn modelId="{D8656175-3DE8-4BEC-A392-8A91387CF5DC}" srcId="{4544D4AE-1FB2-42E8-8A2D-F8F813B4623E}" destId="{68872362-B977-4B48-923C-220E073E1C25}" srcOrd="1" destOrd="0" parTransId="{97E1BA57-EE8C-4649-9D6F-EDE14EA8C56F}" sibTransId="{A397B872-F78E-4F03-96CA-A4F66A9ED1D1}"/>
    <dgm:cxn modelId="{08B42D56-BE17-44A4-A333-FBF7B425E591}" type="presOf" srcId="{2B49E600-306A-4224-8287-2B3BBAF504D6}" destId="{E1B75652-FBD5-4ADF-9906-87E353597388}" srcOrd="0" destOrd="0" presId="urn:microsoft.com/office/officeart/2005/8/layout/process5"/>
    <dgm:cxn modelId="{4BBE8559-1C63-4B6D-97AD-10ED2AAEDC36}" type="presOf" srcId="{86E54450-8A0A-4826-BC65-342F25FE8990}" destId="{E5BD7F4B-C6FE-489C-A52C-15E408F586F3}" srcOrd="0" destOrd="0" presId="urn:microsoft.com/office/officeart/2005/8/layout/process5"/>
    <dgm:cxn modelId="{0EA9C979-6E73-4B98-8751-244AA2852F58}" type="presOf" srcId="{D7B6E485-AE20-4D55-B90C-05EB3557D860}" destId="{DB15B0FC-6B6C-47B8-8EBE-42E76390E489}" srcOrd="0" destOrd="0" presId="urn:microsoft.com/office/officeart/2005/8/layout/process5"/>
    <dgm:cxn modelId="{A4D53BA5-D7EA-4FA7-B8CA-E82C0C466DCD}" type="presOf" srcId="{19FEA31F-413D-4817-93D9-4ED345616038}" destId="{F227BEAA-CC2B-4B7D-AA0B-8A9E8EA616A5}" srcOrd="1" destOrd="0" presId="urn:microsoft.com/office/officeart/2005/8/layout/process5"/>
    <dgm:cxn modelId="{0707E2A9-1C6D-468F-A4C7-B29A32D731C1}" type="presOf" srcId="{A397B872-F78E-4F03-96CA-A4F66A9ED1D1}" destId="{614EAFA4-1B41-486B-A82F-303370387F5D}" srcOrd="0" destOrd="0" presId="urn:microsoft.com/office/officeart/2005/8/layout/process5"/>
    <dgm:cxn modelId="{268451AE-2BA4-4A0C-B38E-87EED748F926}" type="presOf" srcId="{BE23DA89-9DB4-4B7F-A4A8-3F9E05F90C14}" destId="{4D2D410C-7093-40B7-80C0-AE8DC4E793B7}" srcOrd="0" destOrd="0" presId="urn:microsoft.com/office/officeart/2005/8/layout/process5"/>
    <dgm:cxn modelId="{4CBDB0BA-D345-48DB-A5CC-C7187CC8006C}" type="presOf" srcId="{42C80A38-8D62-4699-852B-F19B1E7F3AE2}" destId="{A2D4ABF1-E284-4DD0-8C1D-E7F9BFD7F3D2}" srcOrd="1" destOrd="0" presId="urn:microsoft.com/office/officeart/2005/8/layout/process5"/>
    <dgm:cxn modelId="{24636FBF-5AC5-43F0-98FA-5B127EA352AC}" type="presOf" srcId="{42C80A38-8D62-4699-852B-F19B1E7F3AE2}" destId="{5E65ADA9-6F48-4002-82F4-87A522741072}" srcOrd="0" destOrd="0" presId="urn:microsoft.com/office/officeart/2005/8/layout/process5"/>
    <dgm:cxn modelId="{4D5466C3-5FFC-46ED-95D1-9C748846E9FF}" srcId="{4544D4AE-1FB2-42E8-8A2D-F8F813B4623E}" destId="{D7B6E485-AE20-4D55-B90C-05EB3557D860}" srcOrd="2" destOrd="0" parTransId="{08304EA6-79AB-4C1D-BA0C-3F068AC28A00}" sibTransId="{19FEA31F-413D-4817-93D9-4ED345616038}"/>
    <dgm:cxn modelId="{B58FF9C7-7359-497F-9274-C2200E6444C9}" type="presOf" srcId="{5F4BD733-305B-4727-B9E2-8BB0A972A0FC}" destId="{F7EE5965-EB1A-438D-BD6C-41C9EB4CD361}" srcOrd="0" destOrd="0" presId="urn:microsoft.com/office/officeart/2005/8/layout/process5"/>
    <dgm:cxn modelId="{741E88D2-D482-476B-A628-5E487E4F8A75}" type="presOf" srcId="{13C1A442-FC20-4472-A4D6-24BD9D4E88AC}" destId="{A7CAA262-F0E0-45E3-BB89-0D904D446971}" srcOrd="1" destOrd="0" presId="urn:microsoft.com/office/officeart/2005/8/layout/process5"/>
    <dgm:cxn modelId="{392603D3-EC39-4974-816F-C5D2E83D2F45}" type="presOf" srcId="{0004B1F1-17D6-4EDB-AF87-8A7F10DDBE16}" destId="{ED2BE24E-D1F3-4D12-A19D-DF92E57D27BD}" srcOrd="0" destOrd="0" presId="urn:microsoft.com/office/officeart/2005/8/layout/process5"/>
    <dgm:cxn modelId="{B0AEA7E1-45FC-4FD0-8A13-03178B3BF82D}" type="presOf" srcId="{4544D4AE-1FB2-42E8-8A2D-F8F813B4623E}" destId="{FFE7AC7B-D3D6-48C7-ADB5-2AA178F643A9}" srcOrd="0" destOrd="0" presId="urn:microsoft.com/office/officeart/2005/8/layout/process5"/>
    <dgm:cxn modelId="{95C331F4-161B-4709-B5C7-601CA1178239}" srcId="{4544D4AE-1FB2-42E8-8A2D-F8F813B4623E}" destId="{5F4BD733-305B-4727-B9E2-8BB0A972A0FC}" srcOrd="5" destOrd="0" parTransId="{5FCAB91D-1E31-4E81-816F-E5B37CECEFDD}" sibTransId="{42C80A38-8D62-4699-852B-F19B1E7F3AE2}"/>
    <dgm:cxn modelId="{4C9229F6-31A9-4AE5-A9B7-74B041951496}" type="presOf" srcId="{13C1A442-FC20-4472-A4D6-24BD9D4E88AC}" destId="{ADC4DDF2-96A6-40B7-B386-59DEFA614D83}" srcOrd="0" destOrd="0" presId="urn:microsoft.com/office/officeart/2005/8/layout/process5"/>
    <dgm:cxn modelId="{66E79648-363C-45AC-8710-FB54757055BE}" type="presParOf" srcId="{FFE7AC7B-D3D6-48C7-ADB5-2AA178F643A9}" destId="{ED2BE24E-D1F3-4D12-A19D-DF92E57D27BD}" srcOrd="0" destOrd="0" presId="urn:microsoft.com/office/officeart/2005/8/layout/process5"/>
    <dgm:cxn modelId="{1B5D80AC-D713-44EA-9C5D-26B0C2B7805A}" type="presParOf" srcId="{FFE7AC7B-D3D6-48C7-ADB5-2AA178F643A9}" destId="{E1B75652-FBD5-4ADF-9906-87E353597388}" srcOrd="1" destOrd="0" presId="urn:microsoft.com/office/officeart/2005/8/layout/process5"/>
    <dgm:cxn modelId="{84B4035A-FCB6-4AA4-8889-EC283335FDF1}" type="presParOf" srcId="{E1B75652-FBD5-4ADF-9906-87E353597388}" destId="{C7A2B609-591E-4A2A-A315-896DFB4CF494}" srcOrd="0" destOrd="0" presId="urn:microsoft.com/office/officeart/2005/8/layout/process5"/>
    <dgm:cxn modelId="{5C224CD3-C5DE-4F41-BFF7-863356399D95}" type="presParOf" srcId="{FFE7AC7B-D3D6-48C7-ADB5-2AA178F643A9}" destId="{D0D09139-3A1D-4DE5-AEFE-712D2BB38A10}" srcOrd="2" destOrd="0" presId="urn:microsoft.com/office/officeart/2005/8/layout/process5"/>
    <dgm:cxn modelId="{8456AB17-7CBB-4F4D-BD9E-6146B8399139}" type="presParOf" srcId="{FFE7AC7B-D3D6-48C7-ADB5-2AA178F643A9}" destId="{614EAFA4-1B41-486B-A82F-303370387F5D}" srcOrd="3" destOrd="0" presId="urn:microsoft.com/office/officeart/2005/8/layout/process5"/>
    <dgm:cxn modelId="{973AC348-3486-4009-A81F-647B1573971E}" type="presParOf" srcId="{614EAFA4-1B41-486B-A82F-303370387F5D}" destId="{9CAC38D5-EE98-47CD-A830-665E2A756DE6}" srcOrd="0" destOrd="0" presId="urn:microsoft.com/office/officeart/2005/8/layout/process5"/>
    <dgm:cxn modelId="{2097D2C7-1413-41B8-8572-0266E1FF3B5C}" type="presParOf" srcId="{FFE7AC7B-D3D6-48C7-ADB5-2AA178F643A9}" destId="{DB15B0FC-6B6C-47B8-8EBE-42E76390E489}" srcOrd="4" destOrd="0" presId="urn:microsoft.com/office/officeart/2005/8/layout/process5"/>
    <dgm:cxn modelId="{DCDCDFA4-CB6F-4F01-A3EA-223E07B44858}" type="presParOf" srcId="{FFE7AC7B-D3D6-48C7-ADB5-2AA178F643A9}" destId="{252589B6-1095-4543-8E21-C298C251BED1}" srcOrd="5" destOrd="0" presId="urn:microsoft.com/office/officeart/2005/8/layout/process5"/>
    <dgm:cxn modelId="{C6D056E1-6C1C-4276-85DB-D6563D0BF17F}" type="presParOf" srcId="{252589B6-1095-4543-8E21-C298C251BED1}" destId="{F227BEAA-CC2B-4B7D-AA0B-8A9E8EA616A5}" srcOrd="0" destOrd="0" presId="urn:microsoft.com/office/officeart/2005/8/layout/process5"/>
    <dgm:cxn modelId="{15078D7D-DECB-4998-A191-31E374F2FF85}" type="presParOf" srcId="{FFE7AC7B-D3D6-48C7-ADB5-2AA178F643A9}" destId="{E5BD7F4B-C6FE-489C-A52C-15E408F586F3}" srcOrd="6" destOrd="0" presId="urn:microsoft.com/office/officeart/2005/8/layout/process5"/>
    <dgm:cxn modelId="{965DC726-7782-44EB-9361-A20BAE7ED57B}" type="presParOf" srcId="{FFE7AC7B-D3D6-48C7-ADB5-2AA178F643A9}" destId="{3A9535C3-2D60-475D-9841-31A8EFED828F}" srcOrd="7" destOrd="0" presId="urn:microsoft.com/office/officeart/2005/8/layout/process5"/>
    <dgm:cxn modelId="{5478D906-B50B-40E7-BFCB-7DF8E734CAB8}" type="presParOf" srcId="{3A9535C3-2D60-475D-9841-31A8EFED828F}" destId="{F370960B-2EC6-4FB9-A4EE-DF0CB1AFE539}" srcOrd="0" destOrd="0" presId="urn:microsoft.com/office/officeart/2005/8/layout/process5"/>
    <dgm:cxn modelId="{51375D57-859D-4CC5-A420-AED796A9A3A9}" type="presParOf" srcId="{FFE7AC7B-D3D6-48C7-ADB5-2AA178F643A9}" destId="{EFE75443-3925-4FBC-97E0-95D104F80DF4}" srcOrd="8" destOrd="0" presId="urn:microsoft.com/office/officeart/2005/8/layout/process5"/>
    <dgm:cxn modelId="{46619C2C-3AC5-4857-9FBD-8D8951F37B89}" type="presParOf" srcId="{FFE7AC7B-D3D6-48C7-ADB5-2AA178F643A9}" destId="{ADC4DDF2-96A6-40B7-B386-59DEFA614D83}" srcOrd="9" destOrd="0" presId="urn:microsoft.com/office/officeart/2005/8/layout/process5"/>
    <dgm:cxn modelId="{AB675425-4D13-4081-A629-4B62243281B2}" type="presParOf" srcId="{ADC4DDF2-96A6-40B7-B386-59DEFA614D83}" destId="{A7CAA262-F0E0-45E3-BB89-0D904D446971}" srcOrd="0" destOrd="0" presId="urn:microsoft.com/office/officeart/2005/8/layout/process5"/>
    <dgm:cxn modelId="{8FD868F9-9E0B-4615-8699-9A760DD84B65}" type="presParOf" srcId="{FFE7AC7B-D3D6-48C7-ADB5-2AA178F643A9}" destId="{F7EE5965-EB1A-438D-BD6C-41C9EB4CD361}" srcOrd="10" destOrd="0" presId="urn:microsoft.com/office/officeart/2005/8/layout/process5"/>
    <dgm:cxn modelId="{2FA05426-8522-48DD-8CF0-7B3459256D2B}" type="presParOf" srcId="{FFE7AC7B-D3D6-48C7-ADB5-2AA178F643A9}" destId="{5E65ADA9-6F48-4002-82F4-87A522741072}" srcOrd="11" destOrd="0" presId="urn:microsoft.com/office/officeart/2005/8/layout/process5"/>
    <dgm:cxn modelId="{AB82579E-E664-4B9C-B533-76E3240F5394}" type="presParOf" srcId="{5E65ADA9-6F48-4002-82F4-87A522741072}" destId="{A2D4ABF1-E284-4DD0-8C1D-E7F9BFD7F3D2}" srcOrd="0" destOrd="0" presId="urn:microsoft.com/office/officeart/2005/8/layout/process5"/>
    <dgm:cxn modelId="{B994FF55-08EE-4A7A-8408-F05DC847D7DE}" type="presParOf" srcId="{FFE7AC7B-D3D6-48C7-ADB5-2AA178F643A9}" destId="{4D2D410C-7093-40B7-80C0-AE8DC4E793B7}" srcOrd="12"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2B393-9D33-4A26-A17F-F450D6F69805}">
      <dsp:nvSpPr>
        <dsp:cNvPr id="0" name=""/>
        <dsp:cNvSpPr/>
      </dsp:nvSpPr>
      <dsp:spPr>
        <a:xfrm>
          <a:off x="1612933" y="0"/>
          <a:ext cx="1609013" cy="1410774"/>
        </a:xfrm>
        <a:prstGeom prst="trapezoid">
          <a:avLst>
            <a:gd name="adj" fmla="val 57026"/>
          </a:avLst>
        </a:prstGeom>
        <a:solidFill>
          <a:schemeClr val="lt1">
            <a:hueOff val="0"/>
            <a:satOff val="0"/>
            <a:lumOff val="0"/>
            <a:alphaOff val="0"/>
          </a:schemeClr>
        </a:solidFill>
        <a:ln w="317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96000" rIns="76200" bIns="0" numCol="1" spcCol="1270" anchor="ctr" anchorCtr="0">
          <a:noAutofit/>
        </a:bodyPr>
        <a:lstStyle/>
        <a:p>
          <a:pPr marL="0" lvl="0" indent="0" algn="ctr" defTabSz="2667000">
            <a:lnSpc>
              <a:spcPct val="90000"/>
            </a:lnSpc>
            <a:spcBef>
              <a:spcPct val="0"/>
            </a:spcBef>
            <a:spcAft>
              <a:spcPct val="35000"/>
            </a:spcAft>
            <a:buNone/>
          </a:pPr>
          <a:endParaRPr lang="en-GB" sz="6000" kern="1200" dirty="0"/>
        </a:p>
      </dsp:txBody>
      <dsp:txXfrm>
        <a:off x="1612933" y="0"/>
        <a:ext cx="1609013" cy="1410774"/>
      </dsp:txXfrm>
    </dsp:sp>
    <dsp:sp modelId="{CB2C18BC-AF94-4807-B818-47F988AB629B}">
      <dsp:nvSpPr>
        <dsp:cNvPr id="0" name=""/>
        <dsp:cNvSpPr/>
      </dsp:nvSpPr>
      <dsp:spPr>
        <a:xfrm>
          <a:off x="806466" y="1412499"/>
          <a:ext cx="3221946" cy="1414210"/>
        </a:xfrm>
        <a:prstGeom prst="trapezoid">
          <a:avLst>
            <a:gd name="adj" fmla="val 57026"/>
          </a:avLst>
        </a:prstGeom>
        <a:solidFill>
          <a:schemeClr val="lt1">
            <a:hueOff val="0"/>
            <a:satOff val="0"/>
            <a:lumOff val="0"/>
            <a:alphaOff val="0"/>
          </a:schemeClr>
        </a:solidFill>
        <a:ln w="317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2667000">
            <a:lnSpc>
              <a:spcPct val="90000"/>
            </a:lnSpc>
            <a:spcBef>
              <a:spcPct val="0"/>
            </a:spcBef>
            <a:spcAft>
              <a:spcPct val="35000"/>
            </a:spcAft>
            <a:buNone/>
          </a:pPr>
          <a:endParaRPr lang="en-GB" sz="6000" kern="1200" dirty="0"/>
        </a:p>
      </dsp:txBody>
      <dsp:txXfrm>
        <a:off x="1370307" y="1412499"/>
        <a:ext cx="2094265" cy="1414210"/>
      </dsp:txXfrm>
    </dsp:sp>
    <dsp:sp modelId="{A77EC5CE-8104-464C-9C5E-B03193544624}">
      <dsp:nvSpPr>
        <dsp:cNvPr id="0" name=""/>
        <dsp:cNvSpPr/>
      </dsp:nvSpPr>
      <dsp:spPr>
        <a:xfrm>
          <a:off x="0" y="2824985"/>
          <a:ext cx="4834880" cy="1414210"/>
        </a:xfrm>
        <a:prstGeom prst="trapezoid">
          <a:avLst>
            <a:gd name="adj" fmla="val 57026"/>
          </a:avLst>
        </a:prstGeom>
        <a:solidFill>
          <a:schemeClr val="lt1">
            <a:hueOff val="0"/>
            <a:satOff val="0"/>
            <a:lumOff val="0"/>
            <a:alphaOff val="0"/>
          </a:schemeClr>
        </a:solidFill>
        <a:ln w="317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2667000">
            <a:lnSpc>
              <a:spcPct val="90000"/>
            </a:lnSpc>
            <a:spcBef>
              <a:spcPct val="0"/>
            </a:spcBef>
            <a:spcAft>
              <a:spcPct val="35000"/>
            </a:spcAft>
            <a:buNone/>
          </a:pPr>
          <a:endParaRPr lang="en-GB" sz="6000" kern="1200" dirty="0"/>
        </a:p>
      </dsp:txBody>
      <dsp:txXfrm>
        <a:off x="846103" y="2824985"/>
        <a:ext cx="3142672" cy="14142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3D83C1-4A6B-4731-AB54-7ADC0E307D8D}">
      <dsp:nvSpPr>
        <dsp:cNvPr id="0" name=""/>
        <dsp:cNvSpPr/>
      </dsp:nvSpPr>
      <dsp:spPr>
        <a:xfrm rot="10800000">
          <a:off x="0" y="0"/>
          <a:ext cx="4855368" cy="1414496"/>
        </a:xfrm>
        <a:prstGeom prst="trapezoid">
          <a:avLst>
            <a:gd name="adj" fmla="val 57268"/>
          </a:avLst>
        </a:prstGeom>
        <a:solidFill>
          <a:schemeClr val="lt1">
            <a:hueOff val="0"/>
            <a:satOff val="0"/>
            <a:lumOff val="0"/>
            <a:alpha val="0"/>
          </a:schemeClr>
        </a:solidFill>
        <a:ln w="3175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GB" sz="6500" kern="1200" dirty="0"/>
        </a:p>
      </dsp:txBody>
      <dsp:txXfrm rot="-10800000">
        <a:off x="849689" y="0"/>
        <a:ext cx="3155989" cy="1414496"/>
      </dsp:txXfrm>
    </dsp:sp>
    <dsp:sp modelId="{57DD7724-B0E0-45E9-86E1-0DEB97A557E3}">
      <dsp:nvSpPr>
        <dsp:cNvPr id="0" name=""/>
        <dsp:cNvSpPr/>
      </dsp:nvSpPr>
      <dsp:spPr>
        <a:xfrm rot="10800000">
          <a:off x="810047" y="1414496"/>
          <a:ext cx="3235272" cy="1412349"/>
        </a:xfrm>
        <a:prstGeom prst="trapezoid">
          <a:avLst>
            <a:gd name="adj" fmla="val 57268"/>
          </a:avLst>
        </a:prstGeom>
        <a:solidFill>
          <a:schemeClr val="lt1">
            <a:hueOff val="0"/>
            <a:satOff val="0"/>
            <a:lumOff val="0"/>
            <a:alpha val="0"/>
          </a:schemeClr>
        </a:solidFill>
        <a:ln w="3175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GB" sz="6500" kern="1200" dirty="0"/>
        </a:p>
      </dsp:txBody>
      <dsp:txXfrm rot="-10800000">
        <a:off x="1376220" y="1414496"/>
        <a:ext cx="2102927" cy="1412349"/>
      </dsp:txXfrm>
    </dsp:sp>
    <dsp:sp modelId="{86B175E1-1660-4031-A97F-55713F34F90C}">
      <dsp:nvSpPr>
        <dsp:cNvPr id="0" name=""/>
        <dsp:cNvSpPr/>
      </dsp:nvSpPr>
      <dsp:spPr>
        <a:xfrm rot="10800000">
          <a:off x="1618865" y="2826846"/>
          <a:ext cx="1617636" cy="1412349"/>
        </a:xfrm>
        <a:prstGeom prst="trapezoid">
          <a:avLst>
            <a:gd name="adj" fmla="val 57268"/>
          </a:avLst>
        </a:prstGeom>
        <a:solidFill>
          <a:schemeClr val="lt1">
            <a:hueOff val="0"/>
            <a:satOff val="0"/>
            <a:lumOff val="0"/>
            <a:alphaOff val="0"/>
          </a:schemeClr>
        </a:solidFill>
        <a:ln w="31750" cap="flat" cmpd="sng" algn="ctr">
          <a:solidFill>
            <a:srgbClr val="C0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GB" sz="6500" kern="1200" dirty="0"/>
        </a:p>
      </dsp:txBody>
      <dsp:txXfrm rot="-10800000">
        <a:off x="1618865" y="2826846"/>
        <a:ext cx="1617636" cy="14123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7CCF72-07B1-47B9-B8C3-2EEBEDCFD7F6}">
      <dsp:nvSpPr>
        <dsp:cNvPr id="0" name=""/>
        <dsp:cNvSpPr/>
      </dsp:nvSpPr>
      <dsp:spPr>
        <a:xfrm>
          <a:off x="3579122" y="2598289"/>
          <a:ext cx="2000988" cy="1664261"/>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cs-CZ" sz="2800" b="1" kern="1200" dirty="0" err="1"/>
            <a:t>System</a:t>
          </a:r>
          <a:r>
            <a:rPr lang="cs-CZ" sz="2800" b="1" kern="1200" dirty="0"/>
            <a:t> </a:t>
          </a:r>
          <a:r>
            <a:rPr lang="cs-CZ" sz="2800" b="1" kern="1200" dirty="0" err="1"/>
            <a:t>thinking</a:t>
          </a:r>
          <a:endParaRPr lang="en-GB" sz="2800" b="1" kern="1200" dirty="0"/>
        </a:p>
      </dsp:txBody>
      <dsp:txXfrm>
        <a:off x="3872160" y="2842014"/>
        <a:ext cx="1414912" cy="1176811"/>
      </dsp:txXfrm>
    </dsp:sp>
    <dsp:sp modelId="{7358A442-B3C5-4AE8-A3F2-85B61785F621}">
      <dsp:nvSpPr>
        <dsp:cNvPr id="0" name=""/>
        <dsp:cNvSpPr/>
      </dsp:nvSpPr>
      <dsp:spPr>
        <a:xfrm rot="5477832">
          <a:off x="4434242" y="1982893"/>
          <a:ext cx="342623"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dirty="0"/>
        </a:p>
      </dsp:txBody>
      <dsp:txXfrm>
        <a:off x="4486799" y="2052349"/>
        <a:ext cx="239836" cy="362510"/>
      </dsp:txXfrm>
    </dsp:sp>
    <dsp:sp modelId="{92E32DC8-E6F6-4F48-B278-BDD484137EF8}">
      <dsp:nvSpPr>
        <dsp:cNvPr id="0" name=""/>
        <dsp:cNvSpPr/>
      </dsp:nvSpPr>
      <dsp:spPr>
        <a:xfrm>
          <a:off x="3589361" y="-114003"/>
          <a:ext cx="2094239" cy="2066404"/>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Continuum</a:t>
          </a:r>
          <a:r>
            <a:rPr lang="cs-CZ" sz="1600" b="1" kern="1200" dirty="0"/>
            <a:t> </a:t>
          </a:r>
          <a:r>
            <a:rPr lang="cs-CZ" sz="1600" b="1" kern="1200" dirty="0" err="1"/>
            <a:t>Thinking</a:t>
          </a:r>
          <a:endParaRPr lang="en-GB" sz="1800" b="1" kern="1200" dirty="0"/>
        </a:p>
        <a:p>
          <a:pPr marL="57150" lvl="1" indent="-57150" algn="l" defTabSz="488950">
            <a:lnSpc>
              <a:spcPct val="90000"/>
            </a:lnSpc>
            <a:spcBef>
              <a:spcPct val="0"/>
            </a:spcBef>
            <a:spcAft>
              <a:spcPct val="15000"/>
            </a:spcAft>
            <a:buChar char="•"/>
          </a:pPr>
          <a:r>
            <a:rPr lang="cs-CZ" sz="1100" b="1" kern="1200" dirty="0" err="1"/>
            <a:t>Avoid</a:t>
          </a:r>
          <a:r>
            <a:rPr lang="cs-CZ" sz="1100" b="1" kern="1200" dirty="0"/>
            <a:t> </a:t>
          </a:r>
          <a:r>
            <a:rPr lang="cs-CZ" sz="1100" b="1" kern="1200" dirty="0" err="1"/>
            <a:t>overuse</a:t>
          </a:r>
          <a:r>
            <a:rPr lang="cs-CZ" sz="1100" b="1" kern="1200" dirty="0"/>
            <a:t> </a:t>
          </a:r>
          <a:r>
            <a:rPr lang="cs-CZ" sz="1100" b="1" kern="1200" dirty="0" err="1"/>
            <a:t>of</a:t>
          </a:r>
          <a:r>
            <a:rPr lang="cs-CZ" sz="1100" b="1" kern="1200" dirty="0"/>
            <a:t> “</a:t>
          </a:r>
          <a:r>
            <a:rPr lang="cs-CZ" sz="1100" b="1" kern="1200" dirty="0" err="1"/>
            <a:t>If</a:t>
          </a:r>
          <a:r>
            <a:rPr lang="cs-CZ" sz="1100" b="1" kern="1200" dirty="0"/>
            <a:t> </a:t>
          </a:r>
          <a:r>
            <a:rPr lang="cs-CZ" sz="1100" b="1" kern="1200" dirty="0" err="1"/>
            <a:t>Then</a:t>
          </a:r>
          <a:r>
            <a:rPr lang="cs-CZ" sz="1100" b="1" kern="1200" dirty="0"/>
            <a:t> Else“ </a:t>
          </a:r>
          <a:r>
            <a:rPr lang="cs-CZ" sz="1100" b="1" kern="1200" dirty="0" err="1"/>
            <a:t>structures</a:t>
          </a:r>
          <a:endParaRPr lang="en-GB" sz="1100" b="1" kern="1200" dirty="0"/>
        </a:p>
        <a:p>
          <a:pPr marL="57150" lvl="1" indent="-57150" algn="l" defTabSz="488950">
            <a:lnSpc>
              <a:spcPct val="90000"/>
            </a:lnSpc>
            <a:spcBef>
              <a:spcPct val="0"/>
            </a:spcBef>
            <a:spcAft>
              <a:spcPct val="15000"/>
            </a:spcAft>
            <a:buChar char="•"/>
          </a:pPr>
          <a:r>
            <a:rPr lang="cs-CZ" sz="1100" b="1" kern="1200" dirty="0" err="1"/>
            <a:t>There</a:t>
          </a:r>
          <a:r>
            <a:rPr lang="cs-CZ" sz="1100" b="1" kern="1200" dirty="0"/>
            <a:t> </a:t>
          </a:r>
          <a:r>
            <a:rPr lang="cs-CZ" sz="1100" b="1" kern="1200" dirty="0" err="1"/>
            <a:t>is</a:t>
          </a:r>
          <a:r>
            <a:rPr lang="cs-CZ" sz="1100" b="1" kern="1200" dirty="0"/>
            <a:t> lot </a:t>
          </a:r>
          <a:r>
            <a:rPr lang="cs-CZ" sz="1100" b="1" kern="1200" dirty="0" err="1"/>
            <a:t>of</a:t>
          </a:r>
          <a:r>
            <a:rPr lang="cs-CZ" sz="1100" b="1" kern="1200" dirty="0"/>
            <a:t> </a:t>
          </a:r>
          <a:r>
            <a:rPr lang="cs-CZ" sz="1100" b="1" kern="1200" dirty="0" err="1"/>
            <a:t>grey</a:t>
          </a:r>
          <a:r>
            <a:rPr lang="cs-CZ" sz="1100" b="1" kern="1200" dirty="0"/>
            <a:t> </a:t>
          </a:r>
          <a:r>
            <a:rPr lang="cs-CZ" sz="1100" b="1" kern="1200" dirty="0" err="1"/>
            <a:t>between</a:t>
          </a:r>
          <a:r>
            <a:rPr lang="cs-CZ" sz="1100" b="1" kern="1200" dirty="0"/>
            <a:t> </a:t>
          </a:r>
          <a:r>
            <a:rPr lang="cs-CZ" sz="1100" b="1" kern="1200" dirty="0" err="1"/>
            <a:t>white</a:t>
          </a:r>
          <a:r>
            <a:rPr lang="cs-CZ" sz="1100" b="1" kern="1200" dirty="0"/>
            <a:t> and </a:t>
          </a:r>
          <a:r>
            <a:rPr lang="cs-CZ" sz="1100" b="1" kern="1200" dirty="0" err="1"/>
            <a:t>black</a:t>
          </a:r>
          <a:endParaRPr lang="en-GB" sz="1100" b="1" kern="1200" dirty="0"/>
        </a:p>
      </dsp:txBody>
      <dsp:txXfrm>
        <a:off x="3896055" y="188615"/>
        <a:ext cx="1480851" cy="1461168"/>
      </dsp:txXfrm>
    </dsp:sp>
    <dsp:sp modelId="{02F9076B-FBB8-4B94-A26B-D724B49F8FD8}">
      <dsp:nvSpPr>
        <dsp:cNvPr id="0" name=""/>
        <dsp:cNvSpPr/>
      </dsp:nvSpPr>
      <dsp:spPr>
        <a:xfrm rot="8052659">
          <a:off x="5349427" y="2077124"/>
          <a:ext cx="675080"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a:off x="5503249" y="2133000"/>
        <a:ext cx="493825" cy="362510"/>
      </dsp:txXfrm>
    </dsp:sp>
    <dsp:sp modelId="{E537F609-4E02-4894-AE6E-FD2BBD8D72F5}">
      <dsp:nvSpPr>
        <dsp:cNvPr id="0" name=""/>
        <dsp:cNvSpPr/>
      </dsp:nvSpPr>
      <dsp:spPr>
        <a:xfrm>
          <a:off x="5842059" y="89363"/>
          <a:ext cx="2237110" cy="2161566"/>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Dynamic</a:t>
          </a:r>
          <a:r>
            <a:rPr lang="cs-CZ" sz="1600" b="1" kern="1200" dirty="0"/>
            <a:t> </a:t>
          </a:r>
          <a:r>
            <a:rPr lang="cs-CZ" sz="1600" b="1" kern="1200" dirty="0" err="1"/>
            <a:t>Thinking</a:t>
          </a:r>
          <a:endParaRPr lang="en-GB" sz="1600" b="1" kern="1200" dirty="0"/>
        </a:p>
        <a:p>
          <a:pPr marL="57150" lvl="1" indent="-57150" algn="l" defTabSz="488950">
            <a:lnSpc>
              <a:spcPct val="90000"/>
            </a:lnSpc>
            <a:spcBef>
              <a:spcPct val="0"/>
            </a:spcBef>
            <a:spcAft>
              <a:spcPct val="15000"/>
            </a:spcAft>
            <a:buChar char="•"/>
          </a:pPr>
          <a:r>
            <a:rPr lang="cs-CZ" sz="1100" b="1" kern="1200" dirty="0"/>
            <a:t>A</a:t>
          </a:r>
          <a:r>
            <a:rPr lang="en-US" sz="1100" b="1" kern="1200" dirty="0" err="1"/>
            <a:t>bility</a:t>
          </a:r>
          <a:r>
            <a:rPr lang="en-US" sz="1100" b="1" kern="1200" dirty="0"/>
            <a:t> to see and deduce behavior patterns rather than</a:t>
          </a:r>
          <a:r>
            <a:rPr lang="cs-CZ" sz="1100" b="1" kern="1200" dirty="0"/>
            <a:t> </a:t>
          </a:r>
          <a:r>
            <a:rPr lang="en-US" sz="1100" b="1" kern="1200" dirty="0"/>
            <a:t>focusing on, and seeking to predict, events</a:t>
          </a:r>
          <a:r>
            <a:rPr lang="cs-CZ" sz="1100" b="1" kern="1200" dirty="0"/>
            <a:t>.</a:t>
          </a:r>
          <a:endParaRPr lang="en-GB" sz="1100" b="1" kern="1200" dirty="0"/>
        </a:p>
      </dsp:txBody>
      <dsp:txXfrm>
        <a:off x="6169676" y="405917"/>
        <a:ext cx="1581876" cy="1528458"/>
      </dsp:txXfrm>
    </dsp:sp>
    <dsp:sp modelId="{69CFB644-FDC1-4DDB-8A4B-7E417763BC71}">
      <dsp:nvSpPr>
        <dsp:cNvPr id="0" name=""/>
        <dsp:cNvSpPr/>
      </dsp:nvSpPr>
      <dsp:spPr>
        <a:xfrm rot="10658238">
          <a:off x="5847279" y="3042655"/>
          <a:ext cx="650728"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a:off x="6028457" y="3159755"/>
        <a:ext cx="469473" cy="362510"/>
      </dsp:txXfrm>
    </dsp:sp>
    <dsp:sp modelId="{A8795BD4-B860-4B3E-BE86-F9E9BF3DDF4F}">
      <dsp:nvSpPr>
        <dsp:cNvPr id="0" name=""/>
        <dsp:cNvSpPr/>
      </dsp:nvSpPr>
      <dsp:spPr>
        <a:xfrm>
          <a:off x="6802590" y="2173942"/>
          <a:ext cx="2110601" cy="2160343"/>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Close-Loop</a:t>
          </a:r>
          <a:r>
            <a:rPr lang="cs-CZ" sz="1600" b="1" kern="1200" dirty="0"/>
            <a:t> </a:t>
          </a:r>
          <a:r>
            <a:rPr lang="cs-CZ" sz="1600" b="1" kern="1200" dirty="0" err="1"/>
            <a:t>Thinking</a:t>
          </a:r>
          <a:endParaRPr lang="en-GB" sz="1600" b="1" kern="1200" dirty="0"/>
        </a:p>
        <a:p>
          <a:pPr marL="57150" lvl="1" indent="-57150" algn="l" defTabSz="466725">
            <a:lnSpc>
              <a:spcPct val="90000"/>
            </a:lnSpc>
            <a:spcBef>
              <a:spcPct val="0"/>
            </a:spcBef>
            <a:spcAft>
              <a:spcPct val="15000"/>
            </a:spcAft>
            <a:buChar char="•"/>
          </a:pPr>
          <a:r>
            <a:rPr lang="cs-CZ" sz="1050" b="1" kern="1200" dirty="0"/>
            <a:t>S</a:t>
          </a:r>
          <a:r>
            <a:rPr lang="en-US" sz="1050" b="1" kern="1200" dirty="0" err="1"/>
            <a:t>ee</a:t>
          </a:r>
          <a:r>
            <a:rPr lang="cs-CZ" sz="1050" b="1" kern="1200" dirty="0" err="1"/>
            <a:t>ing</a:t>
          </a:r>
          <a:r>
            <a:rPr lang="en-US" sz="1050" b="1" kern="1200" dirty="0"/>
            <a:t> the world as a set of ongoing, interdependent processes</a:t>
          </a:r>
          <a:r>
            <a:rPr lang="cs-CZ" sz="1050" b="1" kern="1200" dirty="0"/>
            <a:t>.</a:t>
          </a:r>
          <a:endParaRPr lang="en-GB" sz="1050" b="1" kern="1200" dirty="0"/>
        </a:p>
        <a:p>
          <a:pPr marL="57150" lvl="1" indent="-57150" algn="l" defTabSz="466725">
            <a:lnSpc>
              <a:spcPct val="90000"/>
            </a:lnSpc>
            <a:spcBef>
              <a:spcPct val="0"/>
            </a:spcBef>
            <a:spcAft>
              <a:spcPct val="15000"/>
            </a:spcAft>
            <a:buChar char="•"/>
          </a:pPr>
          <a:r>
            <a:rPr lang="cs-CZ" sz="1050" b="1" kern="1200" dirty="0" err="1"/>
            <a:t>Seeking</a:t>
          </a:r>
          <a:r>
            <a:rPr lang="cs-CZ" sz="1050" b="1" kern="1200" dirty="0"/>
            <a:t> </a:t>
          </a:r>
          <a:r>
            <a:rPr lang="cs-CZ" sz="1050" b="1" kern="1200" dirty="0" err="1"/>
            <a:t>for</a:t>
          </a:r>
          <a:r>
            <a:rPr lang="cs-CZ" sz="1050" b="1" kern="1200" dirty="0"/>
            <a:t> </a:t>
          </a:r>
          <a:r>
            <a:rPr lang="cs-CZ" sz="1050" b="1" kern="1200" dirty="0" err="1"/>
            <a:t>the</a:t>
          </a:r>
          <a:r>
            <a:rPr lang="cs-CZ" sz="1050" b="1" kern="1200" dirty="0"/>
            <a:t> </a:t>
          </a:r>
          <a:r>
            <a:rPr lang="cs-CZ" sz="1050" b="1" kern="1200" dirty="0" err="1"/>
            <a:t>feedbacks</a:t>
          </a:r>
          <a:endParaRPr lang="en-GB" sz="1050" b="1" kern="1200" dirty="0"/>
        </a:p>
        <a:p>
          <a:pPr marL="57150" lvl="1" indent="-57150" algn="l" defTabSz="466725">
            <a:lnSpc>
              <a:spcPct val="90000"/>
            </a:lnSpc>
            <a:spcBef>
              <a:spcPct val="0"/>
            </a:spcBef>
            <a:spcAft>
              <a:spcPct val="15000"/>
            </a:spcAft>
            <a:buChar char="•"/>
          </a:pPr>
          <a:r>
            <a:rPr lang="cs-CZ" sz="1050" b="1" kern="1200" dirty="0" err="1"/>
            <a:t>Identifications</a:t>
          </a:r>
          <a:r>
            <a:rPr lang="cs-CZ" sz="1050" b="1" kern="1200" dirty="0"/>
            <a:t> </a:t>
          </a:r>
          <a:r>
            <a:rPr lang="cs-CZ" sz="1050" b="1" kern="1200" dirty="0" err="1"/>
            <a:t>of</a:t>
          </a:r>
          <a:r>
            <a:rPr lang="cs-CZ" sz="1050" b="1" kern="1200" dirty="0"/>
            <a:t> </a:t>
          </a:r>
          <a:r>
            <a:rPr lang="cs-CZ" sz="1050" b="1" kern="1200" dirty="0" err="1"/>
            <a:t>types</a:t>
          </a:r>
          <a:r>
            <a:rPr lang="cs-CZ" sz="1050" b="1" kern="1200" dirty="0"/>
            <a:t> </a:t>
          </a:r>
          <a:r>
            <a:rPr lang="cs-CZ" sz="1050" b="1" kern="1200" dirty="0" err="1"/>
            <a:t>of</a:t>
          </a:r>
          <a:r>
            <a:rPr lang="cs-CZ" sz="1050" b="1" kern="1200" dirty="0"/>
            <a:t> </a:t>
          </a:r>
          <a:r>
            <a:rPr lang="cs-CZ" sz="1050" b="1" kern="1200" dirty="0" err="1"/>
            <a:t>feedbacks</a:t>
          </a:r>
          <a:r>
            <a:rPr lang="cs-CZ" sz="1050" b="1" kern="1200" dirty="0"/>
            <a:t>.</a:t>
          </a:r>
          <a:endParaRPr lang="en-GB" sz="1050" b="1" kern="1200" dirty="0"/>
        </a:p>
      </dsp:txBody>
      <dsp:txXfrm>
        <a:off x="7111680" y="2490317"/>
        <a:ext cx="1492421" cy="1527593"/>
      </dsp:txXfrm>
    </dsp:sp>
    <dsp:sp modelId="{76D96B04-A993-48B3-9854-B7FC018B0DD4}">
      <dsp:nvSpPr>
        <dsp:cNvPr id="0" name=""/>
        <dsp:cNvSpPr/>
      </dsp:nvSpPr>
      <dsp:spPr>
        <a:xfrm rot="13295785">
          <a:off x="5617700" y="4166933"/>
          <a:ext cx="1006807"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a:off x="5776102" y="4347935"/>
        <a:ext cx="825552" cy="362510"/>
      </dsp:txXfrm>
    </dsp:sp>
    <dsp:sp modelId="{D554393C-72EE-4264-9053-7C951CFCA591}">
      <dsp:nvSpPr>
        <dsp:cNvPr id="0" name=""/>
        <dsp:cNvSpPr/>
      </dsp:nvSpPr>
      <dsp:spPr>
        <a:xfrm>
          <a:off x="6754108" y="4572578"/>
          <a:ext cx="2053041" cy="2029158"/>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Creative</a:t>
          </a:r>
          <a:r>
            <a:rPr lang="cs-CZ" sz="1600" b="1" kern="1200" dirty="0"/>
            <a:t> </a:t>
          </a:r>
          <a:r>
            <a:rPr lang="cs-CZ" sz="1600" b="1" kern="1200" dirty="0" err="1"/>
            <a:t>Thinking</a:t>
          </a:r>
          <a:endParaRPr lang="en-GB" sz="1600" b="1" kern="1200" dirty="0"/>
        </a:p>
        <a:p>
          <a:pPr marL="57150" lvl="1" indent="-57150" algn="l" defTabSz="488950">
            <a:lnSpc>
              <a:spcPct val="90000"/>
            </a:lnSpc>
            <a:spcBef>
              <a:spcPct val="0"/>
            </a:spcBef>
            <a:spcAft>
              <a:spcPct val="15000"/>
            </a:spcAft>
            <a:buChar char="•"/>
          </a:pPr>
          <a:r>
            <a:rPr lang="cs-CZ" sz="1100" b="1" kern="1200" dirty="0" err="1"/>
            <a:t>Leave</a:t>
          </a:r>
          <a:r>
            <a:rPr lang="cs-CZ" sz="1100" b="1" kern="1200" dirty="0"/>
            <a:t> </a:t>
          </a:r>
          <a:r>
            <a:rPr lang="cs-CZ" sz="1100" b="1" kern="1200" dirty="0" err="1"/>
            <a:t>obvious</a:t>
          </a:r>
          <a:r>
            <a:rPr lang="cs-CZ" sz="1100" b="1" kern="1200" dirty="0"/>
            <a:t> “</a:t>
          </a:r>
          <a:r>
            <a:rPr lang="cs-CZ" sz="1100" b="1" kern="1200" dirty="0" err="1"/>
            <a:t>solutions</a:t>
          </a:r>
          <a:r>
            <a:rPr lang="cs-CZ" sz="1100" b="1" kern="1200" dirty="0"/>
            <a:t>“.</a:t>
          </a:r>
          <a:endParaRPr lang="en-GB" sz="1100" b="1" kern="1200" dirty="0"/>
        </a:p>
        <a:p>
          <a:pPr marL="57150" lvl="1" indent="-57150" algn="l" defTabSz="488950">
            <a:lnSpc>
              <a:spcPct val="90000"/>
            </a:lnSpc>
            <a:spcBef>
              <a:spcPct val="0"/>
            </a:spcBef>
            <a:spcAft>
              <a:spcPct val="15000"/>
            </a:spcAft>
            <a:buChar char="•"/>
          </a:pPr>
          <a:r>
            <a:rPr lang="cs-CZ" sz="1100" b="1" kern="1200" dirty="0"/>
            <a:t>Use </a:t>
          </a:r>
          <a:r>
            <a:rPr lang="cs-CZ" sz="1100" b="1" kern="1200" dirty="0" err="1"/>
            <a:t>tools</a:t>
          </a:r>
          <a:r>
            <a:rPr lang="cs-CZ" sz="1100" b="1" kern="1200" dirty="0"/>
            <a:t> </a:t>
          </a:r>
          <a:r>
            <a:rPr lang="cs-CZ" sz="1100" b="1" kern="1200" dirty="0" err="1"/>
            <a:t>of</a:t>
          </a:r>
          <a:r>
            <a:rPr lang="cs-CZ" sz="1100" b="1" kern="1200" dirty="0"/>
            <a:t> </a:t>
          </a:r>
          <a:r>
            <a:rPr lang="cs-CZ" sz="1100" b="1" kern="1200" dirty="0" err="1"/>
            <a:t>creative</a:t>
          </a:r>
          <a:r>
            <a:rPr lang="cs-CZ" sz="1100" b="1" kern="1200" dirty="0"/>
            <a:t> </a:t>
          </a:r>
          <a:r>
            <a:rPr lang="cs-CZ" sz="1100" b="1" kern="1200" dirty="0" err="1"/>
            <a:t>thinking</a:t>
          </a:r>
          <a:r>
            <a:rPr lang="cs-CZ" sz="1100" b="1" kern="1200" dirty="0"/>
            <a:t>.</a:t>
          </a:r>
          <a:endParaRPr lang="en-GB" sz="1100" b="1" kern="1200" dirty="0"/>
        </a:p>
      </dsp:txBody>
      <dsp:txXfrm>
        <a:off x="7054769" y="4869741"/>
        <a:ext cx="1451719" cy="1434832"/>
      </dsp:txXfrm>
    </dsp:sp>
    <dsp:sp modelId="{991ADAE0-01E2-4498-AE64-8A8405C55567}">
      <dsp:nvSpPr>
        <dsp:cNvPr id="0" name=""/>
        <dsp:cNvSpPr/>
      </dsp:nvSpPr>
      <dsp:spPr>
        <a:xfrm rot="15233773">
          <a:off x="4851884" y="4257224"/>
          <a:ext cx="407575"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a:off x="4929978" y="4436797"/>
        <a:ext cx="285303" cy="362510"/>
      </dsp:txXfrm>
    </dsp:sp>
    <dsp:sp modelId="{8BC12B30-C41E-4C60-8C75-1899EF587554}">
      <dsp:nvSpPr>
        <dsp:cNvPr id="0" name=""/>
        <dsp:cNvSpPr/>
      </dsp:nvSpPr>
      <dsp:spPr>
        <a:xfrm>
          <a:off x="4603905" y="4843991"/>
          <a:ext cx="1991002" cy="2009412"/>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l" defTabSz="711200">
            <a:lnSpc>
              <a:spcPct val="90000"/>
            </a:lnSpc>
            <a:spcBef>
              <a:spcPct val="0"/>
            </a:spcBef>
            <a:spcAft>
              <a:spcPct val="35000"/>
            </a:spcAft>
            <a:buNone/>
          </a:pPr>
          <a:r>
            <a:rPr lang="cs-CZ" sz="1600" b="1" kern="1200" dirty="0" err="1"/>
            <a:t>Operational</a:t>
          </a:r>
          <a:r>
            <a:rPr lang="cs-CZ" sz="1600" b="1" kern="1200" dirty="0"/>
            <a:t> </a:t>
          </a:r>
          <a:r>
            <a:rPr lang="cs-CZ" sz="1600" b="1" kern="1200" dirty="0" err="1"/>
            <a:t>Thinking</a:t>
          </a:r>
          <a:endParaRPr lang="en-GB" sz="1600" b="1" kern="1200" dirty="0"/>
        </a:p>
        <a:p>
          <a:pPr marL="57150" lvl="1" indent="-57150" algn="l" defTabSz="488950">
            <a:lnSpc>
              <a:spcPct val="90000"/>
            </a:lnSpc>
            <a:spcBef>
              <a:spcPct val="0"/>
            </a:spcBef>
            <a:spcAft>
              <a:spcPct val="15000"/>
            </a:spcAft>
            <a:buChar char="•"/>
          </a:pPr>
          <a:r>
            <a:rPr lang="cs-CZ" sz="1100" b="1" kern="1200" dirty="0" err="1"/>
            <a:t>Leave</a:t>
          </a:r>
          <a:r>
            <a:rPr lang="cs-CZ" sz="1100" b="1" kern="1200" dirty="0"/>
            <a:t> </a:t>
          </a:r>
          <a:r>
            <a:rPr lang="cs-CZ" sz="1100" b="1" kern="1200" dirty="0" err="1"/>
            <a:t>thininkg</a:t>
          </a:r>
          <a:r>
            <a:rPr lang="cs-CZ" sz="1100" b="1" kern="1200" dirty="0"/>
            <a:t> “</a:t>
          </a:r>
          <a:r>
            <a:rPr lang="cs-CZ" sz="1100" b="1" kern="1200" dirty="0" err="1"/>
            <a:t>how</a:t>
          </a:r>
          <a:r>
            <a:rPr lang="cs-CZ" sz="1100" b="1" kern="1200" dirty="0"/>
            <a:t> </a:t>
          </a:r>
          <a:r>
            <a:rPr lang="cs-CZ" sz="1100" b="1" kern="1200" dirty="0" err="1"/>
            <a:t>things</a:t>
          </a:r>
          <a:r>
            <a:rPr lang="cs-CZ" sz="1100" b="1" kern="1200" dirty="0"/>
            <a:t> </a:t>
          </a:r>
          <a:r>
            <a:rPr lang="cs-CZ" sz="1100" b="1" kern="1200" dirty="0" err="1"/>
            <a:t>theoretically</a:t>
          </a:r>
          <a:r>
            <a:rPr lang="cs-CZ" sz="1100" b="1" kern="1200" dirty="0"/>
            <a:t> </a:t>
          </a:r>
          <a:r>
            <a:rPr lang="cs-CZ" sz="1100" b="1" kern="1200" dirty="0" err="1"/>
            <a:t>work</a:t>
          </a:r>
          <a:r>
            <a:rPr lang="cs-CZ" sz="1100" b="1" kern="1200" dirty="0"/>
            <a:t>“.</a:t>
          </a:r>
          <a:endParaRPr lang="en-GB" sz="1100" b="1" kern="1200" dirty="0"/>
        </a:p>
        <a:p>
          <a:pPr marL="57150" lvl="1" indent="-57150" algn="l" defTabSz="488950">
            <a:lnSpc>
              <a:spcPct val="90000"/>
            </a:lnSpc>
            <a:spcBef>
              <a:spcPct val="0"/>
            </a:spcBef>
            <a:spcAft>
              <a:spcPct val="15000"/>
            </a:spcAft>
            <a:buChar char="•"/>
          </a:pPr>
          <a:r>
            <a:rPr lang="cs-CZ" sz="1100" b="1" kern="1200" dirty="0" err="1"/>
            <a:t>Focus</a:t>
          </a:r>
          <a:r>
            <a:rPr lang="cs-CZ" sz="1100" b="1" kern="1200" dirty="0"/>
            <a:t> on “</a:t>
          </a:r>
          <a:r>
            <a:rPr lang="cs-CZ" sz="1100" b="1" kern="1200" dirty="0" err="1"/>
            <a:t>how</a:t>
          </a:r>
          <a:r>
            <a:rPr lang="cs-CZ" sz="1100" b="1" kern="1200" dirty="0"/>
            <a:t> </a:t>
          </a:r>
          <a:r>
            <a:rPr lang="cs-CZ" sz="1100" b="1" kern="1200" dirty="0" err="1"/>
            <a:t>things</a:t>
          </a:r>
          <a:r>
            <a:rPr lang="cs-CZ" sz="1100" b="1" kern="1200" dirty="0"/>
            <a:t> </a:t>
          </a:r>
          <a:r>
            <a:rPr lang="cs-CZ" sz="1100" b="1" kern="1200" dirty="0" err="1"/>
            <a:t>really</a:t>
          </a:r>
          <a:r>
            <a:rPr lang="cs-CZ" sz="1100" b="1" kern="1200" dirty="0"/>
            <a:t> </a:t>
          </a:r>
          <a:r>
            <a:rPr lang="cs-CZ" sz="1100" b="1" kern="1200" dirty="0" err="1"/>
            <a:t>work</a:t>
          </a:r>
          <a:r>
            <a:rPr lang="cs-CZ" sz="1100" b="1" kern="1200" dirty="0"/>
            <a:t>“.</a:t>
          </a:r>
          <a:endParaRPr lang="en-GB" sz="1100" b="1" kern="1200" dirty="0"/>
        </a:p>
      </dsp:txBody>
      <dsp:txXfrm>
        <a:off x="4895480" y="5138263"/>
        <a:ext cx="1407852" cy="1420868"/>
      </dsp:txXfrm>
    </dsp:sp>
    <dsp:sp modelId="{4CAD418E-2549-4371-8B42-3F357B58DD06}">
      <dsp:nvSpPr>
        <dsp:cNvPr id="0" name=""/>
        <dsp:cNvSpPr/>
      </dsp:nvSpPr>
      <dsp:spPr>
        <a:xfrm rot="17702419">
          <a:off x="3789442" y="4295441"/>
          <a:ext cx="475019"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rot="10800000">
        <a:off x="3830537" y="4480833"/>
        <a:ext cx="332513" cy="362510"/>
      </dsp:txXfrm>
    </dsp:sp>
    <dsp:sp modelId="{A06E69F2-5E13-4F8F-8D51-B9E9551339A3}">
      <dsp:nvSpPr>
        <dsp:cNvPr id="0" name=""/>
        <dsp:cNvSpPr/>
      </dsp:nvSpPr>
      <dsp:spPr>
        <a:xfrm>
          <a:off x="2426085" y="4925808"/>
          <a:ext cx="1977440" cy="1928906"/>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Scientific</a:t>
          </a:r>
          <a:r>
            <a:rPr lang="cs-CZ" sz="1600" b="1" kern="1200" dirty="0"/>
            <a:t> </a:t>
          </a:r>
          <a:r>
            <a:rPr lang="cs-CZ" sz="1600" b="1" kern="1200" dirty="0" err="1"/>
            <a:t>Thinking</a:t>
          </a:r>
          <a:endParaRPr lang="en-GB" sz="1600" b="1" kern="1200" dirty="0"/>
        </a:p>
        <a:p>
          <a:pPr marL="57150" lvl="1" indent="-57150" algn="l" defTabSz="488950">
            <a:lnSpc>
              <a:spcPct val="90000"/>
            </a:lnSpc>
            <a:spcBef>
              <a:spcPct val="0"/>
            </a:spcBef>
            <a:spcAft>
              <a:spcPct val="15000"/>
            </a:spcAft>
            <a:buChar char="•"/>
          </a:pPr>
          <a:r>
            <a:rPr lang="cs-CZ" sz="1100" b="1" kern="1200" dirty="0" err="1"/>
            <a:t>Quantification</a:t>
          </a:r>
          <a:r>
            <a:rPr lang="cs-CZ" sz="1100" b="1" kern="1200" dirty="0"/>
            <a:t> but not </a:t>
          </a:r>
          <a:r>
            <a:rPr lang="cs-CZ" sz="1100" b="1" kern="1200" dirty="0" err="1"/>
            <a:t>only</a:t>
          </a:r>
          <a:r>
            <a:rPr lang="cs-CZ" sz="1100" b="1" kern="1200" dirty="0"/>
            <a:t> </a:t>
          </a:r>
          <a:r>
            <a:rPr lang="cs-CZ" sz="1100" b="1" kern="1200" dirty="0" err="1"/>
            <a:t>simple</a:t>
          </a:r>
          <a:r>
            <a:rPr lang="cs-CZ" sz="1100" b="1" kern="1200" dirty="0"/>
            <a:t> </a:t>
          </a:r>
          <a:r>
            <a:rPr lang="cs-CZ" sz="1100" b="1" kern="1200" dirty="0" err="1"/>
            <a:t>measurement</a:t>
          </a:r>
          <a:r>
            <a:rPr lang="cs-CZ" sz="1100" b="1" kern="1200" dirty="0"/>
            <a:t>.</a:t>
          </a:r>
          <a:endParaRPr lang="en-GB" sz="1100" b="1" kern="1200" dirty="0"/>
        </a:p>
        <a:p>
          <a:pPr marL="57150" lvl="1" indent="-57150" algn="l" defTabSz="488950">
            <a:lnSpc>
              <a:spcPct val="90000"/>
            </a:lnSpc>
            <a:spcBef>
              <a:spcPct val="0"/>
            </a:spcBef>
            <a:spcAft>
              <a:spcPct val="15000"/>
            </a:spcAft>
            <a:buChar char="•"/>
          </a:pPr>
          <a:r>
            <a:rPr lang="cs-CZ" sz="1100" b="1" kern="1200" dirty="0"/>
            <a:t>B</a:t>
          </a:r>
          <a:r>
            <a:rPr lang="en-US" sz="1100" b="1" kern="1200" dirty="0" err="1"/>
            <a:t>eing</a:t>
          </a:r>
          <a:r>
            <a:rPr lang="en-US" sz="1100" b="1" kern="1200" dirty="0"/>
            <a:t> rigorous about testing hypotheses</a:t>
          </a:r>
          <a:r>
            <a:rPr lang="cs-CZ" sz="1100" b="1" kern="1200" dirty="0"/>
            <a:t>.</a:t>
          </a:r>
          <a:endParaRPr lang="en-GB" sz="1100" b="1" kern="1200" dirty="0"/>
        </a:p>
      </dsp:txBody>
      <dsp:txXfrm>
        <a:off x="2715674" y="5208290"/>
        <a:ext cx="1398262" cy="1363942"/>
      </dsp:txXfrm>
    </dsp:sp>
    <dsp:sp modelId="{A4F90A0A-D73A-48D5-90F9-10131031C4BB}">
      <dsp:nvSpPr>
        <dsp:cNvPr id="0" name=""/>
        <dsp:cNvSpPr/>
      </dsp:nvSpPr>
      <dsp:spPr>
        <a:xfrm rot="19830576">
          <a:off x="2471755" y="4028937"/>
          <a:ext cx="1022518"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rot="10800000">
        <a:off x="2483497" y="4194387"/>
        <a:ext cx="841263" cy="362510"/>
      </dsp:txXfrm>
    </dsp:sp>
    <dsp:sp modelId="{03ED8C6D-13A9-45C1-8CB3-EB264A4493F8}">
      <dsp:nvSpPr>
        <dsp:cNvPr id="0" name=""/>
        <dsp:cNvSpPr/>
      </dsp:nvSpPr>
      <dsp:spPr>
        <a:xfrm>
          <a:off x="249556" y="4245439"/>
          <a:ext cx="2043089" cy="2102484"/>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Nonlinear</a:t>
          </a:r>
          <a:r>
            <a:rPr lang="cs-CZ" sz="1600" b="1" kern="1200" dirty="0"/>
            <a:t> </a:t>
          </a:r>
          <a:r>
            <a:rPr lang="cs-CZ" sz="1600" b="1" kern="1200" dirty="0" err="1"/>
            <a:t>thinking</a:t>
          </a:r>
          <a:endParaRPr lang="en-GB" sz="1600" b="1" kern="1200" dirty="0"/>
        </a:p>
        <a:p>
          <a:pPr marL="57150" lvl="1" indent="-57150" algn="l" defTabSz="488950">
            <a:lnSpc>
              <a:spcPct val="90000"/>
            </a:lnSpc>
            <a:spcBef>
              <a:spcPct val="0"/>
            </a:spcBef>
            <a:spcAft>
              <a:spcPct val="15000"/>
            </a:spcAft>
            <a:buChar char="•"/>
          </a:pPr>
          <a:r>
            <a:rPr lang="cs-CZ" sz="1100" b="1" kern="1200" dirty="0" err="1"/>
            <a:t>Effect</a:t>
          </a:r>
          <a:r>
            <a:rPr lang="cs-CZ" sz="1100" b="1" kern="1200" dirty="0"/>
            <a:t> </a:t>
          </a:r>
          <a:r>
            <a:rPr lang="cs-CZ" sz="1100" b="1" kern="1200" dirty="0" err="1"/>
            <a:t>is</a:t>
          </a:r>
          <a:r>
            <a:rPr lang="cs-CZ" sz="1100" b="1" kern="1200" dirty="0"/>
            <a:t> </a:t>
          </a:r>
          <a:r>
            <a:rPr lang="cs-CZ" sz="1100" b="1" kern="1200" dirty="0" err="1"/>
            <a:t>rarely</a:t>
          </a:r>
          <a:r>
            <a:rPr lang="cs-CZ" sz="1100" b="1" kern="1200" dirty="0"/>
            <a:t> </a:t>
          </a:r>
          <a:r>
            <a:rPr lang="cs-CZ" sz="1100" b="1" kern="1200" dirty="0" err="1"/>
            <a:t>proportional</a:t>
          </a:r>
          <a:r>
            <a:rPr lang="cs-CZ" sz="1100" b="1" kern="1200" dirty="0"/>
            <a:t> to cause.</a:t>
          </a:r>
          <a:endParaRPr lang="en-GB" sz="1100" b="1" kern="1200" dirty="0"/>
        </a:p>
        <a:p>
          <a:pPr marL="57150" lvl="1" indent="-57150" algn="l" defTabSz="488950">
            <a:lnSpc>
              <a:spcPct val="90000"/>
            </a:lnSpc>
            <a:spcBef>
              <a:spcPct val="0"/>
            </a:spcBef>
            <a:spcAft>
              <a:spcPct val="15000"/>
            </a:spcAft>
            <a:buChar char="•"/>
          </a:pPr>
          <a:r>
            <a:rPr lang="cs-CZ" sz="1100" b="1" kern="1200" dirty="0" err="1"/>
            <a:t>Seeking</a:t>
          </a:r>
          <a:r>
            <a:rPr lang="cs-CZ" sz="1100" b="1" kern="1200" dirty="0"/>
            <a:t> </a:t>
          </a:r>
          <a:r>
            <a:rPr lang="cs-CZ" sz="1100" b="1" kern="1200" dirty="0" err="1"/>
            <a:t>leverage</a:t>
          </a:r>
          <a:r>
            <a:rPr lang="cs-CZ" sz="1100" b="1" kern="1200" dirty="0"/>
            <a:t> </a:t>
          </a:r>
          <a:r>
            <a:rPr lang="cs-CZ" sz="1100" b="1" kern="1200" dirty="0" err="1"/>
            <a:t>points</a:t>
          </a:r>
          <a:r>
            <a:rPr lang="cs-CZ" sz="1100" b="1" kern="1200" dirty="0"/>
            <a:t>.</a:t>
          </a:r>
          <a:endParaRPr lang="en-GB" sz="1100" b="1" kern="1200" dirty="0"/>
        </a:p>
      </dsp:txBody>
      <dsp:txXfrm>
        <a:off x="548759" y="4553341"/>
        <a:ext cx="1444683" cy="1486680"/>
      </dsp:txXfrm>
    </dsp:sp>
    <dsp:sp modelId="{9CBFA077-DF40-4005-BD53-90D63511F1A8}">
      <dsp:nvSpPr>
        <dsp:cNvPr id="0" name=""/>
        <dsp:cNvSpPr/>
      </dsp:nvSpPr>
      <dsp:spPr>
        <a:xfrm rot="583886">
          <a:off x="2493984" y="2913724"/>
          <a:ext cx="778854"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dirty="0"/>
        </a:p>
      </dsp:txBody>
      <dsp:txXfrm rot="10800000">
        <a:off x="2495288" y="3019241"/>
        <a:ext cx="597599" cy="362510"/>
      </dsp:txXfrm>
    </dsp:sp>
    <dsp:sp modelId="{2DB0D36C-375B-4410-A656-28C5743CDDE3}">
      <dsp:nvSpPr>
        <dsp:cNvPr id="0" name=""/>
        <dsp:cNvSpPr/>
      </dsp:nvSpPr>
      <dsp:spPr>
        <a:xfrm>
          <a:off x="0" y="1916832"/>
          <a:ext cx="2141066" cy="2139233"/>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Structural</a:t>
          </a:r>
          <a:r>
            <a:rPr lang="cs-CZ" sz="1600" b="1" kern="1200" dirty="0"/>
            <a:t> </a:t>
          </a:r>
          <a:r>
            <a:rPr lang="cs-CZ" sz="1600" b="1" kern="1200" dirty="0" err="1"/>
            <a:t>Thinking</a:t>
          </a:r>
          <a:endParaRPr lang="en-GB" sz="1600" b="1" kern="1200" dirty="0"/>
        </a:p>
        <a:p>
          <a:pPr marL="57150" lvl="1" indent="-57150" algn="l" defTabSz="488950">
            <a:lnSpc>
              <a:spcPct val="90000"/>
            </a:lnSpc>
            <a:spcBef>
              <a:spcPct val="0"/>
            </a:spcBef>
            <a:spcAft>
              <a:spcPct val="15000"/>
            </a:spcAft>
            <a:buChar char="•"/>
          </a:pPr>
          <a:r>
            <a:rPr lang="cs-CZ" sz="1100" b="1" kern="1200" dirty="0"/>
            <a:t>T</a:t>
          </a:r>
          <a:r>
            <a:rPr lang="en-US" sz="1100" b="1" kern="1200" dirty="0" err="1"/>
            <a:t>hink</a:t>
          </a:r>
          <a:r>
            <a:rPr lang="en-US" sz="1100" b="1" kern="1200" dirty="0"/>
            <a:t> in terms of units of measure, or dimensions.</a:t>
          </a:r>
          <a:endParaRPr lang="en-GB" sz="1100" b="1" kern="1200" dirty="0"/>
        </a:p>
        <a:p>
          <a:pPr marL="57150" lvl="1" indent="-57150" algn="l" defTabSz="488950">
            <a:lnSpc>
              <a:spcPct val="90000"/>
            </a:lnSpc>
            <a:spcBef>
              <a:spcPct val="0"/>
            </a:spcBef>
            <a:spcAft>
              <a:spcPct val="15000"/>
            </a:spcAft>
            <a:buChar char="•"/>
          </a:pPr>
          <a:r>
            <a:rPr lang="cs-CZ" sz="1100" b="1" kern="1200" dirty="0" err="1"/>
            <a:t>Distinguish</a:t>
          </a:r>
          <a:r>
            <a:rPr lang="cs-CZ" sz="1100" b="1" kern="1200" dirty="0"/>
            <a:t> </a:t>
          </a:r>
          <a:r>
            <a:rPr lang="cs-CZ" sz="1100" b="1" kern="1200" dirty="0" err="1"/>
            <a:t>stocks</a:t>
          </a:r>
          <a:r>
            <a:rPr lang="cs-CZ" sz="1100" b="1" kern="1200" dirty="0"/>
            <a:t> and </a:t>
          </a:r>
          <a:r>
            <a:rPr lang="cs-CZ" sz="1100" b="1" kern="1200" dirty="0" err="1"/>
            <a:t>flows</a:t>
          </a:r>
          <a:r>
            <a:rPr lang="cs-CZ" sz="1100" b="1" kern="1200" dirty="0"/>
            <a:t>.</a:t>
          </a:r>
          <a:endParaRPr lang="en-GB" sz="1100" b="1" kern="1200" dirty="0"/>
        </a:p>
      </dsp:txBody>
      <dsp:txXfrm>
        <a:off x="313552" y="2230115"/>
        <a:ext cx="1513962" cy="1512667"/>
      </dsp:txXfrm>
    </dsp:sp>
    <dsp:sp modelId="{2323F01A-C9C6-42D1-8D31-D79DE6966CD9}">
      <dsp:nvSpPr>
        <dsp:cNvPr id="0" name=""/>
        <dsp:cNvSpPr/>
      </dsp:nvSpPr>
      <dsp:spPr>
        <a:xfrm rot="2748070">
          <a:off x="3235809" y="2039744"/>
          <a:ext cx="647363" cy="604182"/>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GB" sz="2500" kern="1200"/>
        </a:p>
      </dsp:txBody>
      <dsp:txXfrm rot="10800000">
        <a:off x="3263255" y="2095607"/>
        <a:ext cx="466108" cy="362510"/>
      </dsp:txXfrm>
    </dsp:sp>
    <dsp:sp modelId="{23ED5818-31CE-4C1E-B647-C23065726531}">
      <dsp:nvSpPr>
        <dsp:cNvPr id="0" name=""/>
        <dsp:cNvSpPr/>
      </dsp:nvSpPr>
      <dsp:spPr>
        <a:xfrm>
          <a:off x="1268660" y="0"/>
          <a:ext cx="2222524" cy="2166215"/>
        </a:xfrm>
        <a:prstGeom prst="ellipse">
          <a:avLst/>
        </a:prstGeom>
        <a:solidFill>
          <a:schemeClr val="lt1">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cs-CZ" sz="1600" b="1" kern="1200" dirty="0" err="1"/>
            <a:t>Generic</a:t>
          </a:r>
          <a:r>
            <a:rPr lang="cs-CZ" sz="1600" b="1" kern="1200" dirty="0"/>
            <a:t> </a:t>
          </a:r>
          <a:r>
            <a:rPr lang="cs-CZ" sz="1600" b="1" kern="1200" dirty="0" err="1"/>
            <a:t>Thinking</a:t>
          </a:r>
          <a:endParaRPr lang="en-GB" sz="1600" b="1" kern="1200" dirty="0"/>
        </a:p>
        <a:p>
          <a:pPr marL="57150" lvl="1" indent="-57150" algn="l" defTabSz="488950">
            <a:lnSpc>
              <a:spcPct val="90000"/>
            </a:lnSpc>
            <a:spcBef>
              <a:spcPct val="0"/>
            </a:spcBef>
            <a:spcAft>
              <a:spcPct val="15000"/>
            </a:spcAft>
            <a:buChar char="•"/>
          </a:pPr>
          <a:r>
            <a:rPr lang="cs-CZ" sz="1100" b="1" kern="1200" dirty="0"/>
            <a:t>Do not </a:t>
          </a:r>
          <a:r>
            <a:rPr lang="cs-CZ" sz="1100" b="1" kern="1200" dirty="0" err="1"/>
            <a:t>focus</a:t>
          </a:r>
          <a:r>
            <a:rPr lang="cs-CZ" sz="1100" b="1" kern="1200" dirty="0"/>
            <a:t> </a:t>
          </a:r>
          <a:r>
            <a:rPr lang="cs-CZ" sz="1100" b="1" kern="1200" dirty="0" err="1"/>
            <a:t>only</a:t>
          </a:r>
          <a:r>
            <a:rPr lang="cs-CZ" sz="1100" b="1" kern="1200" dirty="0"/>
            <a:t> on </a:t>
          </a:r>
          <a:r>
            <a:rPr lang="cs-CZ" sz="1100" b="1" kern="1200" dirty="0" err="1"/>
            <a:t>specifics</a:t>
          </a:r>
          <a:r>
            <a:rPr lang="cs-CZ" sz="1100" b="1" kern="1200" dirty="0"/>
            <a:t> </a:t>
          </a:r>
          <a:endParaRPr lang="en-GB" sz="1100" b="1" kern="1200" dirty="0"/>
        </a:p>
        <a:p>
          <a:pPr marL="57150" lvl="1" indent="-57150" algn="l" defTabSz="488950">
            <a:lnSpc>
              <a:spcPct val="90000"/>
            </a:lnSpc>
            <a:spcBef>
              <a:spcPct val="0"/>
            </a:spcBef>
            <a:spcAft>
              <a:spcPct val="15000"/>
            </a:spcAft>
            <a:buChar char="•"/>
          </a:pPr>
          <a:r>
            <a:rPr lang="cs-CZ" sz="1100" b="1" kern="1200" dirty="0" err="1"/>
            <a:t>Understanding</a:t>
          </a:r>
          <a:r>
            <a:rPr lang="cs-CZ" sz="1100" b="1" kern="1200" dirty="0"/>
            <a:t> </a:t>
          </a:r>
          <a:r>
            <a:rPr lang="cs-CZ" sz="1100" b="1" kern="1200" dirty="0" err="1"/>
            <a:t>of</a:t>
          </a:r>
          <a:r>
            <a:rPr lang="cs-CZ" sz="1100" b="1" kern="1200" dirty="0"/>
            <a:t> </a:t>
          </a:r>
          <a:r>
            <a:rPr lang="cs-CZ" sz="1100" b="1" kern="1200" dirty="0" err="1"/>
            <a:t>the</a:t>
          </a:r>
          <a:r>
            <a:rPr lang="cs-CZ" sz="1100" b="1" kern="1200" dirty="0"/>
            <a:t> </a:t>
          </a:r>
          <a:r>
            <a:rPr lang="cs-CZ" sz="1100" b="1" kern="1200" dirty="0" err="1"/>
            <a:t>whole</a:t>
          </a:r>
          <a:endParaRPr lang="en-GB" sz="1100" b="1" kern="1200" dirty="0"/>
        </a:p>
      </dsp:txBody>
      <dsp:txXfrm>
        <a:off x="1594141" y="317235"/>
        <a:ext cx="1571562" cy="15317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2BE24E-D1F3-4D12-A19D-DF92E57D27BD}">
      <dsp:nvSpPr>
        <dsp:cNvPr id="0" name=""/>
        <dsp:cNvSpPr/>
      </dsp:nvSpPr>
      <dsp:spPr>
        <a:xfrm>
          <a:off x="3" y="0"/>
          <a:ext cx="1802122" cy="909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noProof="0" dirty="0">
              <a:solidFill>
                <a:schemeClr val="tx1"/>
              </a:solidFill>
            </a:rPr>
            <a:t>1) Situation considered problematic</a:t>
          </a:r>
        </a:p>
      </dsp:txBody>
      <dsp:txXfrm>
        <a:off x="26633" y="26630"/>
        <a:ext cx="1748862" cy="855961"/>
      </dsp:txXfrm>
    </dsp:sp>
    <dsp:sp modelId="{E1B75652-FBD5-4ADF-9906-87E353597388}">
      <dsp:nvSpPr>
        <dsp:cNvPr id="0" name=""/>
        <dsp:cNvSpPr/>
      </dsp:nvSpPr>
      <dsp:spPr>
        <a:xfrm rot="5217487">
          <a:off x="818394" y="937558"/>
          <a:ext cx="236640" cy="3758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noProof="0">
            <a:solidFill>
              <a:schemeClr val="tx1"/>
            </a:solidFill>
          </a:endParaRPr>
        </a:p>
      </dsp:txBody>
      <dsp:txXfrm rot="-5400000">
        <a:off x="822087" y="1007193"/>
        <a:ext cx="225487" cy="165648"/>
      </dsp:txXfrm>
    </dsp:sp>
    <dsp:sp modelId="{D0D09139-3A1D-4DE5-AEFE-712D2BB38A10}">
      <dsp:nvSpPr>
        <dsp:cNvPr id="0" name=""/>
        <dsp:cNvSpPr/>
      </dsp:nvSpPr>
      <dsp:spPr>
        <a:xfrm>
          <a:off x="3" y="1355083"/>
          <a:ext cx="1946142" cy="909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noProof="0" dirty="0">
              <a:solidFill>
                <a:schemeClr val="tx1"/>
              </a:solidFill>
            </a:rPr>
            <a:t>2) Problem situation expressed</a:t>
          </a:r>
        </a:p>
      </dsp:txBody>
      <dsp:txXfrm>
        <a:off x="26633" y="1381713"/>
        <a:ext cx="1892882" cy="855961"/>
      </dsp:txXfrm>
    </dsp:sp>
    <dsp:sp modelId="{614EAFA4-1B41-486B-A82F-303370387F5D}">
      <dsp:nvSpPr>
        <dsp:cNvPr id="0" name=""/>
        <dsp:cNvSpPr/>
      </dsp:nvSpPr>
      <dsp:spPr>
        <a:xfrm rot="3642796">
          <a:off x="1206579" y="2403750"/>
          <a:ext cx="410148" cy="3758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noProof="0">
            <a:solidFill>
              <a:schemeClr val="tx1"/>
            </a:solidFill>
          </a:endParaRPr>
        </a:p>
      </dsp:txBody>
      <dsp:txXfrm rot="-5400000">
        <a:off x="1271334" y="2393787"/>
        <a:ext cx="225487" cy="297405"/>
      </dsp:txXfrm>
    </dsp:sp>
    <dsp:sp modelId="{DB15B0FC-6B6C-47B8-8EBE-42E76390E489}">
      <dsp:nvSpPr>
        <dsp:cNvPr id="0" name=""/>
        <dsp:cNvSpPr/>
      </dsp:nvSpPr>
      <dsp:spPr>
        <a:xfrm>
          <a:off x="395530" y="2939255"/>
          <a:ext cx="2932117" cy="909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noProof="0" dirty="0">
              <a:solidFill>
                <a:schemeClr val="tx1"/>
              </a:solidFill>
            </a:rPr>
            <a:t>3) Root definitions of purposeful activity systems</a:t>
          </a:r>
        </a:p>
      </dsp:txBody>
      <dsp:txXfrm>
        <a:off x="422160" y="2965885"/>
        <a:ext cx="2878857" cy="855961"/>
      </dsp:txXfrm>
    </dsp:sp>
    <dsp:sp modelId="{252589B6-1095-4543-8E21-C298C251BED1}">
      <dsp:nvSpPr>
        <dsp:cNvPr id="0" name=""/>
        <dsp:cNvSpPr/>
      </dsp:nvSpPr>
      <dsp:spPr>
        <a:xfrm rot="21589477">
          <a:off x="3490513" y="3200374"/>
          <a:ext cx="392362" cy="3758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noProof="0">
            <a:solidFill>
              <a:schemeClr val="tx1"/>
            </a:solidFill>
          </a:endParaRPr>
        </a:p>
      </dsp:txBody>
      <dsp:txXfrm>
        <a:off x="3490513" y="3275709"/>
        <a:ext cx="279619" cy="225487"/>
      </dsp:txXfrm>
    </dsp:sp>
    <dsp:sp modelId="{E5BD7F4B-C6FE-489C-A52C-15E408F586F3}">
      <dsp:nvSpPr>
        <dsp:cNvPr id="0" name=""/>
        <dsp:cNvSpPr/>
      </dsp:nvSpPr>
      <dsp:spPr>
        <a:xfrm>
          <a:off x="4067950" y="2867251"/>
          <a:ext cx="3534870" cy="102890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noProof="0" dirty="0">
              <a:solidFill>
                <a:schemeClr val="tx1"/>
              </a:solidFill>
            </a:rPr>
            <a:t>4) Conceptual models of the systems named in the root definitions</a:t>
          </a:r>
        </a:p>
      </dsp:txBody>
      <dsp:txXfrm>
        <a:off x="4098086" y="2897387"/>
        <a:ext cx="3474598" cy="968630"/>
      </dsp:txXfrm>
    </dsp:sp>
    <dsp:sp modelId="{3A9535C3-2D60-475D-9841-31A8EFED828F}">
      <dsp:nvSpPr>
        <dsp:cNvPr id="0" name=""/>
        <dsp:cNvSpPr/>
      </dsp:nvSpPr>
      <dsp:spPr>
        <a:xfrm rot="12870200">
          <a:off x="4548429" y="2456762"/>
          <a:ext cx="429399" cy="3758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noProof="0">
            <a:solidFill>
              <a:schemeClr val="tx1"/>
            </a:solidFill>
          </a:endParaRPr>
        </a:p>
      </dsp:txBody>
      <dsp:txXfrm rot="10800000">
        <a:off x="4651256" y="2563856"/>
        <a:ext cx="316656" cy="225487"/>
      </dsp:txXfrm>
    </dsp:sp>
    <dsp:sp modelId="{EFE75443-3925-4FBC-97E0-95D104F80DF4}">
      <dsp:nvSpPr>
        <dsp:cNvPr id="0" name=""/>
        <dsp:cNvSpPr/>
      </dsp:nvSpPr>
      <dsp:spPr>
        <a:xfrm>
          <a:off x="2483769" y="1499096"/>
          <a:ext cx="2548259" cy="909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noProof="0" dirty="0">
              <a:solidFill>
                <a:schemeClr val="tx1"/>
              </a:solidFill>
            </a:rPr>
            <a:t>5) Comparison of models and real world</a:t>
          </a:r>
        </a:p>
      </dsp:txBody>
      <dsp:txXfrm>
        <a:off x="2510399" y="1525726"/>
        <a:ext cx="2494999" cy="855961"/>
      </dsp:txXfrm>
    </dsp:sp>
    <dsp:sp modelId="{ADC4DDF2-96A6-40B7-B386-59DEFA614D83}">
      <dsp:nvSpPr>
        <dsp:cNvPr id="0" name=""/>
        <dsp:cNvSpPr/>
      </dsp:nvSpPr>
      <dsp:spPr>
        <a:xfrm rot="20746414">
          <a:off x="5118326" y="1392626"/>
          <a:ext cx="222974" cy="3758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GB" sz="800" kern="1200" noProof="0">
            <a:solidFill>
              <a:schemeClr val="tx1"/>
            </a:solidFill>
          </a:endParaRPr>
        </a:p>
      </dsp:txBody>
      <dsp:txXfrm>
        <a:off x="5119352" y="1476008"/>
        <a:ext cx="156082" cy="225487"/>
      </dsp:txXfrm>
    </dsp:sp>
    <dsp:sp modelId="{F7EE5965-EB1A-438D-BD6C-41C9EB4CD361}">
      <dsp:nvSpPr>
        <dsp:cNvPr id="0" name=""/>
        <dsp:cNvSpPr/>
      </dsp:nvSpPr>
      <dsp:spPr>
        <a:xfrm>
          <a:off x="5439833" y="635001"/>
          <a:ext cx="3452646" cy="909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noProof="0" dirty="0">
              <a:solidFill>
                <a:schemeClr val="tx1"/>
              </a:solidFill>
            </a:rPr>
            <a:t>6) Changes: systematically desirable</a:t>
          </a:r>
          <a:r>
            <a:rPr lang="cs-CZ" sz="2000" kern="1200" noProof="0" dirty="0">
              <a:solidFill>
                <a:schemeClr val="tx1"/>
              </a:solidFill>
            </a:rPr>
            <a:t>,</a:t>
          </a:r>
          <a:r>
            <a:rPr lang="en-GB" sz="2000" kern="1200" noProof="0" dirty="0">
              <a:solidFill>
                <a:schemeClr val="tx1"/>
              </a:solidFill>
            </a:rPr>
            <a:t> culturally feasible</a:t>
          </a:r>
        </a:p>
      </dsp:txBody>
      <dsp:txXfrm>
        <a:off x="5466463" y="661631"/>
        <a:ext cx="3399386" cy="855961"/>
      </dsp:txXfrm>
    </dsp:sp>
    <dsp:sp modelId="{5E65ADA9-6F48-4002-82F4-87A522741072}">
      <dsp:nvSpPr>
        <dsp:cNvPr id="0" name=""/>
        <dsp:cNvSpPr/>
      </dsp:nvSpPr>
      <dsp:spPr>
        <a:xfrm rot="11413904">
          <a:off x="5292552" y="573010"/>
          <a:ext cx="105159" cy="37581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GB" sz="1600" kern="1200" noProof="0">
            <a:solidFill>
              <a:schemeClr val="tx1"/>
            </a:solidFill>
          </a:endParaRPr>
        </a:p>
      </dsp:txBody>
      <dsp:txXfrm rot="10800000">
        <a:off x="5323849" y="650974"/>
        <a:ext cx="73611" cy="225487"/>
      </dsp:txXfrm>
    </dsp:sp>
    <dsp:sp modelId="{4D2D410C-7093-40B7-80C0-AE8DC4E793B7}">
      <dsp:nvSpPr>
        <dsp:cNvPr id="0" name=""/>
        <dsp:cNvSpPr/>
      </dsp:nvSpPr>
      <dsp:spPr>
        <a:xfrm>
          <a:off x="2051722" y="0"/>
          <a:ext cx="3192851" cy="909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noProof="0" dirty="0">
              <a:solidFill>
                <a:schemeClr val="tx1"/>
              </a:solidFill>
            </a:rPr>
            <a:t>7) Action to improve the problem situation</a:t>
          </a:r>
        </a:p>
      </dsp:txBody>
      <dsp:txXfrm>
        <a:off x="2078352" y="26630"/>
        <a:ext cx="3139591" cy="855961"/>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1" y="0"/>
            <a:ext cx="3076363" cy="511731"/>
          </a:xfrm>
          <a:prstGeom prst="rect">
            <a:avLst/>
          </a:prstGeom>
        </p:spPr>
        <p:txBody>
          <a:bodyPr vert="horz" lIns="99040" tIns="49521" rIns="99040" bIns="49521" rtlCol="0"/>
          <a:lstStyle>
            <a:lvl1pPr algn="l">
              <a:defRPr sz="1300"/>
            </a:lvl1pPr>
          </a:lstStyle>
          <a:p>
            <a:endParaRPr lang="en-GB"/>
          </a:p>
        </p:txBody>
      </p:sp>
      <p:sp>
        <p:nvSpPr>
          <p:cNvPr id="3" name="Zástupný symbol pro datum 2"/>
          <p:cNvSpPr>
            <a:spLocks noGrp="1"/>
          </p:cNvSpPr>
          <p:nvPr>
            <p:ph type="dt" idx="1"/>
          </p:nvPr>
        </p:nvSpPr>
        <p:spPr>
          <a:xfrm>
            <a:off x="4021295" y="0"/>
            <a:ext cx="3076363" cy="511731"/>
          </a:xfrm>
          <a:prstGeom prst="rect">
            <a:avLst/>
          </a:prstGeom>
        </p:spPr>
        <p:txBody>
          <a:bodyPr vert="horz" lIns="99040" tIns="49521" rIns="99040" bIns="49521" rtlCol="0"/>
          <a:lstStyle>
            <a:lvl1pPr algn="r">
              <a:defRPr sz="1300"/>
            </a:lvl1pPr>
          </a:lstStyle>
          <a:p>
            <a:fld id="{3DFDF4BB-19E4-4249-AD4F-E9648CF8E63C}" type="datetimeFigureOut">
              <a:rPr lang="en-GB" smtClean="0"/>
              <a:pPr/>
              <a:t>28/10/2024</a:t>
            </a:fld>
            <a:endParaRPr lang="en-GB"/>
          </a:p>
        </p:txBody>
      </p:sp>
      <p:sp>
        <p:nvSpPr>
          <p:cNvPr id="4" name="Zástupný symbol pro obrázek snímku 3"/>
          <p:cNvSpPr>
            <a:spLocks noGrp="1" noRot="1" noChangeAspect="1"/>
          </p:cNvSpPr>
          <p:nvPr>
            <p:ph type="sldImg" idx="2"/>
          </p:nvPr>
        </p:nvSpPr>
        <p:spPr>
          <a:xfrm>
            <a:off x="992188" y="769938"/>
            <a:ext cx="5114925" cy="3835400"/>
          </a:xfrm>
          <a:prstGeom prst="rect">
            <a:avLst/>
          </a:prstGeom>
          <a:noFill/>
          <a:ln w="12700">
            <a:solidFill>
              <a:prstClr val="black"/>
            </a:solidFill>
          </a:ln>
        </p:spPr>
        <p:txBody>
          <a:bodyPr vert="horz" lIns="99040" tIns="49521" rIns="99040" bIns="49521" rtlCol="0" anchor="ctr"/>
          <a:lstStyle/>
          <a:p>
            <a:endParaRPr lang="en-GB"/>
          </a:p>
        </p:txBody>
      </p:sp>
      <p:sp>
        <p:nvSpPr>
          <p:cNvPr id="5" name="Zástupný symbol pro poznámky 4"/>
          <p:cNvSpPr>
            <a:spLocks noGrp="1"/>
          </p:cNvSpPr>
          <p:nvPr>
            <p:ph type="body" sz="quarter" idx="3"/>
          </p:nvPr>
        </p:nvSpPr>
        <p:spPr>
          <a:xfrm>
            <a:off x="709931" y="4861442"/>
            <a:ext cx="5679440" cy="4605576"/>
          </a:xfrm>
          <a:prstGeom prst="rect">
            <a:avLst/>
          </a:prstGeom>
        </p:spPr>
        <p:txBody>
          <a:bodyPr vert="horz" lIns="99040" tIns="49521" rIns="99040" bIns="49521" rtlCol="0">
            <a:normAutofit/>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6" name="Zástupný symbol pro zápatí 5"/>
          <p:cNvSpPr>
            <a:spLocks noGrp="1"/>
          </p:cNvSpPr>
          <p:nvPr>
            <p:ph type="ftr" sz="quarter" idx="4"/>
          </p:nvPr>
        </p:nvSpPr>
        <p:spPr>
          <a:xfrm>
            <a:off x="1" y="9721107"/>
            <a:ext cx="3076363" cy="511731"/>
          </a:xfrm>
          <a:prstGeom prst="rect">
            <a:avLst/>
          </a:prstGeom>
        </p:spPr>
        <p:txBody>
          <a:bodyPr vert="horz" lIns="99040" tIns="49521" rIns="99040" bIns="49521" rtlCol="0" anchor="b"/>
          <a:lstStyle>
            <a:lvl1pPr algn="l">
              <a:defRPr sz="1300"/>
            </a:lvl1pPr>
          </a:lstStyle>
          <a:p>
            <a:endParaRPr lang="en-GB"/>
          </a:p>
        </p:txBody>
      </p:sp>
      <p:sp>
        <p:nvSpPr>
          <p:cNvPr id="7" name="Zástupný symbol pro číslo snímku 6"/>
          <p:cNvSpPr>
            <a:spLocks noGrp="1"/>
          </p:cNvSpPr>
          <p:nvPr>
            <p:ph type="sldNum" sz="quarter" idx="5"/>
          </p:nvPr>
        </p:nvSpPr>
        <p:spPr>
          <a:xfrm>
            <a:off x="4021295" y="9721107"/>
            <a:ext cx="3076363" cy="511731"/>
          </a:xfrm>
          <a:prstGeom prst="rect">
            <a:avLst/>
          </a:prstGeom>
        </p:spPr>
        <p:txBody>
          <a:bodyPr vert="horz" lIns="99040" tIns="49521" rIns="99040" bIns="49521" rtlCol="0" anchor="b"/>
          <a:lstStyle>
            <a:lvl1pPr algn="r">
              <a:defRPr sz="1300"/>
            </a:lvl1pPr>
          </a:lstStyle>
          <a:p>
            <a:fld id="{2F931F19-2CCB-4CD0-A569-BC4C390A5EE6}" type="slidenum">
              <a:rPr lang="en-GB" smtClean="0"/>
              <a:pPr/>
              <a:t>‹#›</a:t>
            </a:fld>
            <a:endParaRPr lang="en-GB"/>
          </a:p>
        </p:txBody>
      </p:sp>
    </p:spTree>
    <p:extLst>
      <p:ext uri="{BB962C8B-B14F-4D97-AF65-F5344CB8AC3E}">
        <p14:creationId xmlns:p14="http://schemas.microsoft.com/office/powerpoint/2010/main" val="655571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b="0" dirty="0" err="1"/>
              <a:t>Meadows</a:t>
            </a:r>
            <a:r>
              <a:rPr lang="cs-CZ" b="0" dirty="0"/>
              <a:t> – show slinky</a:t>
            </a:r>
            <a:endParaRPr lang="cs-CZ" b="0" baseline="0" dirty="0"/>
          </a:p>
          <a:p>
            <a:endParaRPr lang="cs-CZ" b="0" baseline="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a:t>
            </a:fld>
            <a:endParaRPr lang="en-GB"/>
          </a:p>
        </p:txBody>
      </p:sp>
    </p:spTree>
    <p:extLst>
      <p:ext uri="{BB962C8B-B14F-4D97-AF65-F5344CB8AC3E}">
        <p14:creationId xmlns:p14="http://schemas.microsoft.com/office/powerpoint/2010/main" val="2996515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dirty="0"/>
              <a:t>http://isss.org/projects/what_is_a_system</a:t>
            </a:r>
            <a:r>
              <a:rPr lang="cs-CZ" dirty="0"/>
              <a:t>: </a:t>
            </a:r>
            <a:r>
              <a:rPr lang="en-GB" dirty="0"/>
              <a:t>We set the boundaries according to what we want to see as a system, “a system is anything you look at as a system.”</a:t>
            </a:r>
            <a:r>
              <a:rPr lang="cs-CZ" dirty="0"/>
              <a:t> </a:t>
            </a:r>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3</a:t>
            </a:fld>
            <a:endParaRPr lang="en-GB"/>
          </a:p>
        </p:txBody>
      </p:sp>
    </p:spTree>
    <p:extLst>
      <p:ext uri="{BB962C8B-B14F-4D97-AF65-F5344CB8AC3E}">
        <p14:creationId xmlns:p14="http://schemas.microsoft.com/office/powerpoint/2010/main" val="483020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baseline="0" dirty="0" err="1"/>
              <a:t>Can</a:t>
            </a:r>
            <a:r>
              <a:rPr lang="cs-CZ" baseline="0" dirty="0"/>
              <a:t> </a:t>
            </a:r>
            <a:r>
              <a:rPr lang="cs-CZ" baseline="0" dirty="0" err="1"/>
              <a:t>of</a:t>
            </a:r>
            <a:r>
              <a:rPr lang="cs-CZ" baseline="0" dirty="0"/>
              <a:t> </a:t>
            </a:r>
            <a:r>
              <a:rPr lang="cs-CZ" baseline="0" dirty="0" err="1"/>
              <a:t>sardines</a:t>
            </a:r>
            <a:r>
              <a:rPr lang="cs-CZ" baseline="0" dirty="0"/>
              <a:t> =&gt; </a:t>
            </a:r>
            <a:r>
              <a:rPr lang="cs-CZ" baseline="0" dirty="0" err="1"/>
              <a:t>add</a:t>
            </a:r>
            <a:r>
              <a:rPr lang="cs-CZ" baseline="0" dirty="0"/>
              <a:t> </a:t>
            </a:r>
            <a:r>
              <a:rPr lang="cs-CZ" baseline="0" dirty="0" err="1"/>
              <a:t>one</a:t>
            </a:r>
            <a:r>
              <a:rPr lang="cs-CZ" baseline="0" dirty="0"/>
              <a:t> </a:t>
            </a:r>
            <a:r>
              <a:rPr lang="cs-CZ" baseline="0" dirty="0" err="1"/>
              <a:t>herring</a:t>
            </a: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a:t>
            </a:fld>
            <a:endParaRPr lang="en-GB"/>
          </a:p>
        </p:txBody>
      </p:sp>
    </p:spTree>
    <p:extLst>
      <p:ext uri="{BB962C8B-B14F-4D97-AF65-F5344CB8AC3E}">
        <p14:creationId xmlns:p14="http://schemas.microsoft.com/office/powerpoint/2010/main" val="2998872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a:t>Hromada kamení u cesty.</a:t>
            </a:r>
          </a:p>
          <a:p>
            <a:r>
              <a:rPr lang="cs-CZ" dirty="0"/>
              <a:t>Konzerva sardinek, </a:t>
            </a:r>
            <a:r>
              <a:rPr lang="cs-CZ" sz="1200" kern="1200" dirty="0">
                <a:solidFill>
                  <a:schemeClr val="tx1"/>
                </a:solidFill>
                <a:effectLst/>
                <a:latin typeface="+mn-lt"/>
                <a:ea typeface="+mn-ea"/>
                <a:cs typeface="+mn-cs"/>
              </a:rPr>
              <a:t>na které si má jedinec představit, co se stane, když se jedna sardinka odstraní či nahradí třeba cibulí, kouskem kapary či dokonce jinou rybou makrelou. Zásadně se funkce konzervy nezmění. Bude dál plnit svůj účel potravy. Systém se ale chová jinak, když se z něj něco odebere, změní to způsob chování. Když se podíváme na konzervu sardinek z </a:t>
            </a:r>
            <a:r>
              <a:rPr lang="cs-CZ" sz="1200" b="1" i="1" kern="1200" dirty="0">
                <a:solidFill>
                  <a:schemeClr val="tx1"/>
                </a:solidFill>
                <a:effectLst/>
                <a:latin typeface="+mn-lt"/>
                <a:ea typeface="+mn-ea"/>
                <a:cs typeface="+mn-cs"/>
              </a:rPr>
              <a:t>pohledu</a:t>
            </a:r>
            <a:r>
              <a:rPr lang="cs-CZ" sz="1200" kern="1200" dirty="0">
                <a:solidFill>
                  <a:schemeClr val="tx1"/>
                </a:solidFill>
                <a:effectLst/>
                <a:latin typeface="+mn-lt"/>
                <a:ea typeface="+mn-ea"/>
                <a:cs typeface="+mn-cs"/>
              </a:rPr>
              <a:t> </a:t>
            </a:r>
            <a:r>
              <a:rPr lang="cs-CZ" sz="1200" b="1" kern="1200" dirty="0">
                <a:solidFill>
                  <a:schemeClr val="tx1"/>
                </a:solidFill>
                <a:effectLst/>
                <a:latin typeface="+mn-lt"/>
                <a:ea typeface="+mn-ea"/>
                <a:cs typeface="+mn-cs"/>
              </a:rPr>
              <a:t>potravinářského chemika</a:t>
            </a:r>
            <a:r>
              <a:rPr lang="cs-CZ" sz="1200" kern="1200" dirty="0">
                <a:solidFill>
                  <a:schemeClr val="tx1"/>
                </a:solidFill>
                <a:effectLst/>
                <a:latin typeface="+mn-lt"/>
                <a:ea typeface="+mn-ea"/>
                <a:cs typeface="+mn-cs"/>
              </a:rPr>
              <a:t>, může se z ní stát součást systému.</a:t>
            </a:r>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5</a:t>
            </a:fld>
            <a:endParaRPr lang="en-GB"/>
          </a:p>
        </p:txBody>
      </p:sp>
    </p:spTree>
    <p:extLst>
      <p:ext uri="{BB962C8B-B14F-4D97-AF65-F5344CB8AC3E}">
        <p14:creationId xmlns:p14="http://schemas.microsoft.com/office/powerpoint/2010/main" val="1726333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endParaRPr lang="en-GB"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6</a:t>
            </a:fld>
            <a:endParaRPr lang="en-GB"/>
          </a:p>
        </p:txBody>
      </p:sp>
    </p:spTree>
    <p:extLst>
      <p:ext uri="{BB962C8B-B14F-4D97-AF65-F5344CB8AC3E}">
        <p14:creationId xmlns:p14="http://schemas.microsoft.com/office/powerpoint/2010/main" val="3786579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a:t>Most </a:t>
            </a:r>
            <a:r>
              <a:rPr lang="cs-CZ" dirty="0" err="1"/>
              <a:t>obvious</a:t>
            </a:r>
            <a:r>
              <a:rPr lang="cs-CZ" dirty="0"/>
              <a:t>: </a:t>
            </a:r>
            <a:r>
              <a:rPr lang="cs-CZ" dirty="0" err="1"/>
              <a:t>elements</a:t>
            </a:r>
            <a:r>
              <a:rPr lang="cs-CZ" dirty="0"/>
              <a:t>.</a:t>
            </a:r>
          </a:p>
          <a:p>
            <a:r>
              <a:rPr lang="cs-CZ" dirty="0" err="1"/>
              <a:t>Least</a:t>
            </a:r>
            <a:r>
              <a:rPr lang="cs-CZ" baseline="0" dirty="0"/>
              <a:t> </a:t>
            </a:r>
            <a:r>
              <a:rPr lang="cs-CZ" baseline="0" dirty="0" err="1"/>
              <a:t>obvious</a:t>
            </a:r>
            <a:r>
              <a:rPr lang="cs-CZ" baseline="0" dirty="0"/>
              <a:t>: </a:t>
            </a:r>
            <a:r>
              <a:rPr lang="cs-CZ" baseline="0" dirty="0" err="1"/>
              <a:t>purpose</a:t>
            </a:r>
            <a:r>
              <a:rPr lang="cs-CZ" baseline="0" dirty="0"/>
              <a:t>.</a:t>
            </a: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7</a:t>
            </a:fld>
            <a:endParaRPr lang="en-GB"/>
          </a:p>
        </p:txBody>
      </p:sp>
    </p:spTree>
    <p:extLst>
      <p:ext uri="{BB962C8B-B14F-4D97-AF65-F5344CB8AC3E}">
        <p14:creationId xmlns:p14="http://schemas.microsoft.com/office/powerpoint/2010/main" val="6717033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a:t>Most </a:t>
            </a:r>
            <a:r>
              <a:rPr lang="cs-CZ" dirty="0" err="1"/>
              <a:t>obvious</a:t>
            </a:r>
            <a:r>
              <a:rPr lang="cs-CZ" dirty="0"/>
              <a:t>: </a:t>
            </a:r>
            <a:r>
              <a:rPr lang="cs-CZ" dirty="0" err="1"/>
              <a:t>elements</a:t>
            </a:r>
            <a:r>
              <a:rPr lang="cs-CZ" dirty="0"/>
              <a:t>.</a:t>
            </a:r>
          </a:p>
          <a:p>
            <a:r>
              <a:rPr lang="cs-CZ" dirty="0" err="1"/>
              <a:t>Least</a:t>
            </a:r>
            <a:r>
              <a:rPr lang="cs-CZ" baseline="0" dirty="0"/>
              <a:t> </a:t>
            </a:r>
            <a:r>
              <a:rPr lang="cs-CZ" baseline="0" dirty="0" err="1"/>
              <a:t>obvious</a:t>
            </a:r>
            <a:r>
              <a:rPr lang="cs-CZ" baseline="0" dirty="0"/>
              <a:t>: </a:t>
            </a:r>
            <a:r>
              <a:rPr lang="cs-CZ" baseline="0" dirty="0" err="1"/>
              <a:t>purpose</a:t>
            </a:r>
            <a:r>
              <a:rPr lang="cs-CZ" baseline="0" dirty="0"/>
              <a:t>.</a:t>
            </a: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8</a:t>
            </a:fld>
            <a:endParaRPr lang="en-GB"/>
          </a:p>
        </p:txBody>
      </p:sp>
    </p:spTree>
    <p:extLst>
      <p:ext uri="{BB962C8B-B14F-4D97-AF65-F5344CB8AC3E}">
        <p14:creationId xmlns:p14="http://schemas.microsoft.com/office/powerpoint/2010/main" val="845274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noProof="0" dirty="0"/>
              <a:t>Purpose –</a:t>
            </a:r>
            <a:r>
              <a:rPr lang="cs-CZ" noProof="0" dirty="0"/>
              <a:t> </a:t>
            </a:r>
            <a:r>
              <a:rPr lang="en-GB" noProof="0" dirty="0"/>
              <a:t>to successfully finish the study</a:t>
            </a:r>
          </a:p>
          <a:p>
            <a:r>
              <a:rPr lang="en-GB" noProof="0" dirty="0"/>
              <a:t>Students</a:t>
            </a:r>
          </a:p>
          <a:p>
            <a:r>
              <a:rPr lang="en-GB" noProof="0" dirty="0"/>
              <a:t>Interconnections: communication,</a:t>
            </a:r>
            <a:r>
              <a:rPr lang="en-GB" baseline="0" noProof="0" dirty="0"/>
              <a:t> transfer of study materials (do you think you would change the study materials, if you have different purpose? E.g. To master martial arts or build a house?)</a:t>
            </a:r>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9</a:t>
            </a:fld>
            <a:endParaRPr lang="en-GB"/>
          </a:p>
        </p:txBody>
      </p:sp>
    </p:spTree>
    <p:extLst>
      <p:ext uri="{BB962C8B-B14F-4D97-AF65-F5344CB8AC3E}">
        <p14:creationId xmlns:p14="http://schemas.microsoft.com/office/powerpoint/2010/main" val="968102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I jednoduchá organizační</a:t>
            </a:r>
            <a:r>
              <a:rPr lang="cs-CZ" baseline="0" dirty="0"/>
              <a:t> pravidla mohou vést skrz </a:t>
            </a:r>
            <a:r>
              <a:rPr lang="cs-CZ" baseline="0" dirty="0" err="1"/>
              <a:t>sebeorganizaci</a:t>
            </a:r>
            <a:r>
              <a:rPr lang="cs-CZ" baseline="0" dirty="0"/>
              <a:t> k velmi komplexním systémům:</a:t>
            </a:r>
          </a:p>
          <a:p>
            <a:r>
              <a:rPr lang="cs-CZ" baseline="0" dirty="0"/>
              <a:t>Pravidlo: člověk nemusí pořád migrovat, může se usadit, hospodařit =&gt; agrární revoluce =&gt; průmyslová revoluce…</a:t>
            </a:r>
          </a:p>
          <a:p>
            <a:r>
              <a:rPr lang="cs-CZ" baseline="0" dirty="0"/>
              <a:t>DNA, RNA =&gt; živé organismy</a:t>
            </a:r>
          </a:p>
          <a:p>
            <a:endParaRPr lang="cs-CZ" baseline="0" dirty="0"/>
          </a:p>
          <a:p>
            <a:r>
              <a:rPr lang="cs-CZ" baseline="0" dirty="0"/>
              <a:t>Proč se snažíme tyto vlastnosti omezovat?</a:t>
            </a:r>
          </a:p>
          <a:p>
            <a:endParaRPr lang="cs-CZ" baseline="0" dirty="0"/>
          </a:p>
          <a:p>
            <a:r>
              <a:rPr lang="cs-CZ" baseline="0" dirty="0"/>
              <a:t>Produktivita, krátkodobý zisk,</a:t>
            </a:r>
          </a:p>
          <a:p>
            <a:r>
              <a:rPr lang="cs-CZ" baseline="0" dirty="0" err="1"/>
              <a:t>Resilience</a:t>
            </a:r>
            <a:r>
              <a:rPr lang="cs-CZ" baseline="0" dirty="0"/>
              <a:t> --- (genetické úpravy, snížení nákladů [just-in-</a:t>
            </a:r>
            <a:r>
              <a:rPr lang="cs-CZ" baseline="0" dirty="0" err="1"/>
              <a:t>time</a:t>
            </a:r>
            <a:r>
              <a:rPr lang="cs-CZ" baseline="0" dirty="0"/>
              <a:t> snižuje náklady ale také odolnost vůči výpadkům])</a:t>
            </a:r>
          </a:p>
          <a:p>
            <a:r>
              <a:rPr lang="cs-CZ" baseline="0" dirty="0" err="1"/>
              <a:t>Self-organisation</a:t>
            </a:r>
            <a:r>
              <a:rPr lang="cs-CZ" baseline="0" dirty="0"/>
              <a:t> --- předvídatelnost, snaha zachovat do teď silné firmy, jednotnost/srovnatelnost vzdělání </a:t>
            </a:r>
            <a:r>
              <a:rPr lang="cs-CZ" baseline="0" dirty="0" err="1"/>
              <a:t>vs</a:t>
            </a:r>
            <a:r>
              <a:rPr lang="cs-CZ" baseline="0" dirty="0"/>
              <a:t> omezení tvořivosti dětí</a:t>
            </a:r>
          </a:p>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12</a:t>
            </a:fld>
            <a:endParaRPr lang="en-GB"/>
          </a:p>
        </p:txBody>
      </p:sp>
    </p:spTree>
    <p:extLst>
      <p:ext uri="{BB962C8B-B14F-4D97-AF65-F5344CB8AC3E}">
        <p14:creationId xmlns:p14="http://schemas.microsoft.com/office/powerpoint/2010/main" val="2962256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err="1"/>
              <a:t>Doesn‘t</a:t>
            </a:r>
            <a:r>
              <a:rPr lang="cs-CZ" dirty="0"/>
              <a:t> </a:t>
            </a:r>
            <a:r>
              <a:rPr lang="cs-CZ" dirty="0" err="1"/>
              <a:t>matter</a:t>
            </a:r>
            <a:r>
              <a:rPr lang="cs-CZ" dirty="0"/>
              <a:t> </a:t>
            </a:r>
            <a:r>
              <a:rPr lang="cs-CZ" dirty="0" err="1"/>
              <a:t>how</a:t>
            </a:r>
            <a:r>
              <a:rPr lang="cs-CZ" dirty="0"/>
              <a:t> big pile </a:t>
            </a:r>
            <a:r>
              <a:rPr lang="cs-CZ" dirty="0" err="1"/>
              <a:t>of</a:t>
            </a:r>
            <a:r>
              <a:rPr lang="cs-CZ" dirty="0"/>
              <a:t> </a:t>
            </a:r>
            <a:r>
              <a:rPr lang="cs-CZ" dirty="0" err="1"/>
              <a:t>sand</a:t>
            </a:r>
            <a:r>
              <a:rPr lang="cs-CZ" dirty="0"/>
              <a:t> </a:t>
            </a:r>
            <a:r>
              <a:rPr lang="cs-CZ" dirty="0" err="1"/>
              <a:t>we</a:t>
            </a:r>
            <a:r>
              <a:rPr lang="cs-CZ" dirty="0"/>
              <a:t> </a:t>
            </a:r>
            <a:r>
              <a:rPr lang="cs-CZ" dirty="0" err="1"/>
              <a:t>have</a:t>
            </a:r>
            <a:r>
              <a:rPr lang="cs-CZ" dirty="0"/>
              <a:t>, </a:t>
            </a:r>
            <a:r>
              <a:rPr lang="cs-CZ" dirty="0" err="1"/>
              <a:t>it</a:t>
            </a:r>
            <a:r>
              <a:rPr lang="cs-CZ" dirty="0"/>
              <a:t> </a:t>
            </a:r>
            <a:r>
              <a:rPr lang="cs-CZ" dirty="0" err="1"/>
              <a:t>will</a:t>
            </a:r>
            <a:r>
              <a:rPr lang="cs-CZ" dirty="0"/>
              <a:t> </a:t>
            </a:r>
            <a:r>
              <a:rPr lang="cs-CZ" dirty="0" err="1"/>
              <a:t>always</a:t>
            </a:r>
            <a:r>
              <a:rPr lang="cs-CZ" dirty="0"/>
              <a:t> </a:t>
            </a:r>
            <a:r>
              <a:rPr lang="cs-CZ" dirty="0" err="1"/>
              <a:t>be</a:t>
            </a:r>
            <a:r>
              <a:rPr lang="cs-CZ" dirty="0"/>
              <a:t> </a:t>
            </a:r>
            <a:r>
              <a:rPr lang="cs-CZ" dirty="0" err="1"/>
              <a:t>less</a:t>
            </a:r>
            <a:r>
              <a:rPr lang="cs-CZ" dirty="0"/>
              <a:t> </a:t>
            </a:r>
            <a:r>
              <a:rPr lang="cs-CZ" dirty="0" err="1"/>
              <a:t>complex</a:t>
            </a:r>
            <a:r>
              <a:rPr lang="cs-CZ" dirty="0"/>
              <a:t> </a:t>
            </a:r>
            <a:r>
              <a:rPr lang="cs-CZ" dirty="0" err="1"/>
              <a:t>than</a:t>
            </a:r>
            <a:r>
              <a:rPr lang="cs-CZ" dirty="0"/>
              <a:t> </a:t>
            </a:r>
            <a:r>
              <a:rPr lang="cs-CZ" dirty="0" err="1"/>
              <a:t>crystal</a:t>
            </a:r>
            <a:r>
              <a:rPr lang="cs-CZ" dirty="0"/>
              <a:t>.</a:t>
            </a:r>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14</a:t>
            </a:fld>
            <a:endParaRPr lang="en-GB"/>
          </a:p>
        </p:txBody>
      </p:sp>
    </p:spTree>
    <p:extLst>
      <p:ext uri="{BB962C8B-B14F-4D97-AF65-F5344CB8AC3E}">
        <p14:creationId xmlns:p14="http://schemas.microsoft.com/office/powerpoint/2010/main" val="941666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16</a:t>
            </a:fld>
            <a:endParaRPr lang="en-GB"/>
          </a:p>
        </p:txBody>
      </p:sp>
    </p:spTree>
    <p:extLst>
      <p:ext uri="{BB962C8B-B14F-4D97-AF65-F5344CB8AC3E}">
        <p14:creationId xmlns:p14="http://schemas.microsoft.com/office/powerpoint/2010/main" val="894867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17</a:t>
            </a:fld>
            <a:endParaRPr lang="en-GB"/>
          </a:p>
        </p:txBody>
      </p:sp>
    </p:spTree>
    <p:extLst>
      <p:ext uri="{BB962C8B-B14F-4D97-AF65-F5344CB8AC3E}">
        <p14:creationId xmlns:p14="http://schemas.microsoft.com/office/powerpoint/2010/main" val="3832546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18</a:t>
            </a:fld>
            <a:endParaRPr lang="en-GB"/>
          </a:p>
        </p:txBody>
      </p:sp>
    </p:spTree>
    <p:extLst>
      <p:ext uri="{BB962C8B-B14F-4D97-AF65-F5344CB8AC3E}">
        <p14:creationId xmlns:p14="http://schemas.microsoft.com/office/powerpoint/2010/main" val="27683928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19</a:t>
            </a:fld>
            <a:endParaRPr lang="en-GB"/>
          </a:p>
        </p:txBody>
      </p:sp>
    </p:spTree>
    <p:extLst>
      <p:ext uri="{BB962C8B-B14F-4D97-AF65-F5344CB8AC3E}">
        <p14:creationId xmlns:p14="http://schemas.microsoft.com/office/powerpoint/2010/main" val="3853870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20</a:t>
            </a:fld>
            <a:endParaRPr lang="en-GB"/>
          </a:p>
        </p:txBody>
      </p:sp>
    </p:spTree>
    <p:extLst>
      <p:ext uri="{BB962C8B-B14F-4D97-AF65-F5344CB8AC3E}">
        <p14:creationId xmlns:p14="http://schemas.microsoft.com/office/powerpoint/2010/main" val="174282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Ad 9 Ad 9 – sem patří </a:t>
            </a:r>
            <a:r>
              <a:rPr lang="cs-CZ" dirty="0" err="1"/>
              <a:t>např</a:t>
            </a:r>
            <a:r>
              <a:rPr lang="cs-CZ" dirty="0"/>
              <a:t> bůh, pokud jej akceptujete</a:t>
            </a:r>
            <a:r>
              <a:rPr lang="cs-CZ" baseline="0" dirty="0"/>
              <a:t> jakožto systém </a:t>
            </a:r>
            <a:r>
              <a:rPr lang="cs-CZ" baseline="0" dirty="0" err="1"/>
              <a:t>thinker</a:t>
            </a:r>
            <a:r>
              <a:rPr lang="cs-CZ" baseline="0" dirty="0"/>
              <a:t>/</a:t>
            </a:r>
            <a:r>
              <a:rPr lang="cs-CZ" baseline="0" dirty="0" err="1"/>
              <a:t>analyst</a:t>
            </a:r>
            <a:endParaRPr lang="en-GB" dirty="0"/>
          </a:p>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21</a:t>
            </a:fld>
            <a:endParaRPr lang="en-GB"/>
          </a:p>
        </p:txBody>
      </p:sp>
    </p:spTree>
    <p:extLst>
      <p:ext uri="{BB962C8B-B14F-4D97-AF65-F5344CB8AC3E}">
        <p14:creationId xmlns:p14="http://schemas.microsoft.com/office/powerpoint/2010/main" val="22271849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dirty="0"/>
              <a:t>Ad 9 Ad 9 – sem patří </a:t>
            </a:r>
            <a:r>
              <a:rPr lang="cs-CZ" dirty="0" err="1"/>
              <a:t>např</a:t>
            </a:r>
            <a:r>
              <a:rPr lang="cs-CZ" dirty="0"/>
              <a:t> bůh, pokud jej akceptujete</a:t>
            </a:r>
            <a:r>
              <a:rPr lang="cs-CZ" baseline="0" dirty="0"/>
              <a:t> jakožto systém </a:t>
            </a:r>
            <a:r>
              <a:rPr lang="cs-CZ" baseline="0" dirty="0" err="1"/>
              <a:t>thinker</a:t>
            </a:r>
            <a:r>
              <a:rPr lang="cs-CZ" baseline="0" dirty="0"/>
              <a:t>/</a:t>
            </a:r>
            <a:r>
              <a:rPr lang="cs-CZ" baseline="0" dirty="0" err="1"/>
              <a:t>analyst</a:t>
            </a:r>
            <a:endParaRPr lang="en-GB" dirty="0"/>
          </a:p>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22</a:t>
            </a:fld>
            <a:endParaRPr lang="en-GB"/>
          </a:p>
        </p:txBody>
      </p:sp>
    </p:spTree>
    <p:extLst>
      <p:ext uri="{BB962C8B-B14F-4D97-AF65-F5344CB8AC3E}">
        <p14:creationId xmlns:p14="http://schemas.microsoft.com/office/powerpoint/2010/main" val="1831624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Srdce se</a:t>
            </a:r>
            <a:r>
              <a:rPr lang="cs-CZ" baseline="0" dirty="0"/>
              <a:t> nemůže rozhodnout co bude dělat</a:t>
            </a:r>
          </a:p>
          <a:p>
            <a:r>
              <a:rPr lang="cs-CZ" baseline="0" dirty="0"/>
              <a:t>Les se sám o sobě nerozhoduje</a:t>
            </a:r>
          </a:p>
          <a:p>
            <a:r>
              <a:rPr lang="cs-CZ" baseline="0" dirty="0"/>
              <a:t>Rostlina se vyvíjí podle předem stanovených pravidel</a:t>
            </a:r>
            <a:endParaRPr lang="en-GB" dirty="0"/>
          </a:p>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23</a:t>
            </a:fld>
            <a:endParaRPr lang="en-GB"/>
          </a:p>
        </p:txBody>
      </p:sp>
    </p:spTree>
    <p:extLst>
      <p:ext uri="{BB962C8B-B14F-4D97-AF65-F5344CB8AC3E}">
        <p14:creationId xmlns:p14="http://schemas.microsoft.com/office/powerpoint/2010/main" val="1579150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noProof="0" dirty="0"/>
              <a:t>Isomorphism </a:t>
            </a:r>
            <a:r>
              <a:rPr lang="en-GB" noProof="0" dirty="0" err="1"/>
              <a:t>bijective</a:t>
            </a:r>
            <a:r>
              <a:rPr lang="en-GB" noProof="0" dirty="0"/>
              <a:t> </a:t>
            </a:r>
            <a:r>
              <a:rPr lang="en-GB" noProof="0" dirty="0" err="1"/>
              <a:t>homomorfism</a:t>
            </a:r>
            <a:r>
              <a:rPr lang="en-GB" baseline="0" noProof="0" dirty="0"/>
              <a:t>, </a:t>
            </a:r>
            <a:r>
              <a:rPr lang="en-GB" noProof="0" dirty="0"/>
              <a:t>one-to-one correspondence between the elements of one and those of the other and if the relations among the elements are preserved by the same correspondence</a:t>
            </a:r>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24</a:t>
            </a:fld>
            <a:endParaRPr lang="en-GB"/>
          </a:p>
        </p:txBody>
      </p:sp>
    </p:spTree>
    <p:extLst>
      <p:ext uri="{BB962C8B-B14F-4D97-AF65-F5344CB8AC3E}">
        <p14:creationId xmlns:p14="http://schemas.microsoft.com/office/powerpoint/2010/main" val="33116244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25</a:t>
            </a:fld>
            <a:endParaRPr lang="en-GB"/>
          </a:p>
        </p:txBody>
      </p:sp>
    </p:spTree>
    <p:extLst>
      <p:ext uri="{BB962C8B-B14F-4D97-AF65-F5344CB8AC3E}">
        <p14:creationId xmlns:p14="http://schemas.microsoft.com/office/powerpoint/2010/main" val="3194919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Dynamické myšlení – neorientovat se pouze na historii nebo</a:t>
            </a:r>
            <a:r>
              <a:rPr lang="cs-CZ" baseline="0" dirty="0"/>
              <a:t> na jedno rozhodnutí co se udělá ale co se bude dělat (čeština na to má dokonavý a nedokonavý vid </a:t>
            </a:r>
            <a:r>
              <a:rPr lang="cs-CZ" baseline="0" dirty="0">
                <a:sym typeface="Wingdings" panose="05000000000000000000" pitchFamily="2" charset="2"/>
              </a:rPr>
              <a:t>)</a:t>
            </a:r>
            <a:endParaRPr lang="cs-CZ" dirty="0"/>
          </a:p>
          <a:p>
            <a:r>
              <a:rPr lang="cs-CZ" dirty="0"/>
              <a:t>Operační myšlení</a:t>
            </a:r>
            <a:r>
              <a:rPr lang="cs-CZ" baseline="0" dirty="0"/>
              <a:t> – ekonometrický model pro predikci produkce mléka (řada složitých rovnic a makroekonomických ukazatelů, ale nic nevyjadřovalo počet krav)</a:t>
            </a:r>
          </a:p>
          <a:p>
            <a:r>
              <a:rPr lang="cs-CZ" dirty="0"/>
              <a:t>Spojité myšlení – ano jsem poeta, ale určitě to není 50 odstínů.</a:t>
            </a:r>
            <a:r>
              <a:rPr lang="cs-CZ" baseline="0" dirty="0"/>
              <a:t> řada aspektů světa kolem nás je spojitá, jen se běžně diskrétně měří, lidské reakce jsou spojité</a:t>
            </a:r>
          </a:p>
          <a:p>
            <a:r>
              <a:rPr lang="cs-CZ" baseline="0" dirty="0"/>
              <a:t>Strukturální myšlení – struktura není libovolná, je dána fyzikálními zákony, biologií, ekonomikou, prostou logikou…. Jednotky nám toto hlídají</a:t>
            </a:r>
            <a:endParaRPr lang="en-GB" dirty="0"/>
          </a:p>
        </p:txBody>
      </p:sp>
      <p:sp>
        <p:nvSpPr>
          <p:cNvPr id="4" name="Zástupný symbol pro číslo snímku 3"/>
          <p:cNvSpPr>
            <a:spLocks noGrp="1"/>
          </p:cNvSpPr>
          <p:nvPr>
            <p:ph type="sldNum" sz="quarter" idx="10"/>
          </p:nvPr>
        </p:nvSpPr>
        <p:spPr/>
        <p:txBody>
          <a:bodyPr/>
          <a:lstStyle/>
          <a:p>
            <a:fld id="{F94ED96C-B576-43EA-BA80-73AFCDE52D65}" type="slidenum">
              <a:rPr lang="cs-CZ" smtClean="0"/>
              <a:t>26</a:t>
            </a:fld>
            <a:endParaRPr lang="cs-CZ"/>
          </a:p>
        </p:txBody>
      </p:sp>
    </p:spTree>
    <p:extLst>
      <p:ext uri="{BB962C8B-B14F-4D97-AF65-F5344CB8AC3E}">
        <p14:creationId xmlns:p14="http://schemas.microsoft.com/office/powerpoint/2010/main" val="3235845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Dynamické myšlení – neorientovat se pouze na historii nebo</a:t>
            </a:r>
            <a:r>
              <a:rPr lang="cs-CZ" baseline="0" dirty="0"/>
              <a:t> na jedno rozhodnutí co se udělá ale co se bude dělat (čeština na to má dokonavý a nedokonavý vid </a:t>
            </a:r>
            <a:r>
              <a:rPr lang="cs-CZ" baseline="0" dirty="0">
                <a:sym typeface="Wingdings" panose="05000000000000000000" pitchFamily="2" charset="2"/>
              </a:rPr>
              <a:t>)</a:t>
            </a:r>
            <a:endParaRPr lang="cs-CZ" dirty="0"/>
          </a:p>
          <a:p>
            <a:r>
              <a:rPr lang="cs-CZ" dirty="0"/>
              <a:t>Operační myšlení</a:t>
            </a:r>
            <a:r>
              <a:rPr lang="cs-CZ" baseline="0" dirty="0"/>
              <a:t> – ekonometrický model pro predikci produkce mléka (řada složitých rovnic a makroekonomických ukazatelů, ale nic nevyjadřovalo počet krav)</a:t>
            </a:r>
          </a:p>
          <a:p>
            <a:r>
              <a:rPr lang="cs-CZ" dirty="0"/>
              <a:t>Spojité myšlení – ano jsem poeta, ale určitě to není 50 odstínů.</a:t>
            </a:r>
            <a:r>
              <a:rPr lang="cs-CZ" baseline="0" dirty="0"/>
              <a:t> řada aspektů světa kolem nás je spojitá, jen se běžně diskrétně měří, lidské reakce jsou spojité</a:t>
            </a:r>
          </a:p>
          <a:p>
            <a:r>
              <a:rPr lang="cs-CZ" baseline="0" dirty="0"/>
              <a:t>Strukturální myšlení – struktura není libovolná, je dána fyzikálními zákony, biologií, ekonomikou, prostou logikou…. Jednotky nám toto hlídají</a:t>
            </a:r>
            <a:endParaRPr lang="en-GB" dirty="0"/>
          </a:p>
        </p:txBody>
      </p:sp>
      <p:sp>
        <p:nvSpPr>
          <p:cNvPr id="4" name="Zástupný symbol pro číslo snímku 3"/>
          <p:cNvSpPr>
            <a:spLocks noGrp="1"/>
          </p:cNvSpPr>
          <p:nvPr>
            <p:ph type="sldNum" sz="quarter" idx="10"/>
          </p:nvPr>
        </p:nvSpPr>
        <p:spPr/>
        <p:txBody>
          <a:bodyPr/>
          <a:lstStyle/>
          <a:p>
            <a:fld id="{F94ED96C-B576-43EA-BA80-73AFCDE52D65}" type="slidenum">
              <a:rPr lang="cs-CZ" smtClean="0"/>
              <a:t>27</a:t>
            </a:fld>
            <a:endParaRPr lang="cs-CZ"/>
          </a:p>
        </p:txBody>
      </p:sp>
    </p:spTree>
    <p:extLst>
      <p:ext uri="{BB962C8B-B14F-4D97-AF65-F5344CB8AC3E}">
        <p14:creationId xmlns:p14="http://schemas.microsoft.com/office/powerpoint/2010/main" val="2769544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28</a:t>
            </a:fld>
            <a:endParaRPr lang="en-GB"/>
          </a:p>
        </p:txBody>
      </p:sp>
    </p:spTree>
    <p:extLst>
      <p:ext uri="{BB962C8B-B14F-4D97-AF65-F5344CB8AC3E}">
        <p14:creationId xmlns:p14="http://schemas.microsoft.com/office/powerpoint/2010/main" val="10328462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noProof="0" dirty="0"/>
              <a:t>Isomorphism bijective </a:t>
            </a:r>
            <a:r>
              <a:rPr lang="en-GB" noProof="0" dirty="0" err="1"/>
              <a:t>homomorfism</a:t>
            </a:r>
            <a:r>
              <a:rPr lang="en-GB" baseline="0" noProof="0" dirty="0"/>
              <a:t>, </a:t>
            </a:r>
            <a:r>
              <a:rPr lang="en-GB" noProof="0" dirty="0"/>
              <a:t>one-to-one correspondence between the elements of one and those of the other and if the relations among the elements are preserved by the same correspondence</a:t>
            </a:r>
          </a:p>
          <a:p>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29</a:t>
            </a:fld>
            <a:endParaRPr lang="en-GB"/>
          </a:p>
        </p:txBody>
      </p:sp>
    </p:spTree>
    <p:extLst>
      <p:ext uri="{BB962C8B-B14F-4D97-AF65-F5344CB8AC3E}">
        <p14:creationId xmlns:p14="http://schemas.microsoft.com/office/powerpoint/2010/main" val="27270592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noProof="0" dirty="0"/>
              <a:t>You will se that the basic definitions of the different disciplines</a:t>
            </a:r>
            <a:r>
              <a:rPr lang="en-GB" baseline="0" noProof="0" dirty="0"/>
              <a:t> are very close</a:t>
            </a:r>
            <a:r>
              <a:rPr lang="cs-CZ" baseline="0" noProof="0" dirty="0"/>
              <a:t>. </a:t>
            </a:r>
            <a:r>
              <a:rPr lang="cs-CZ" baseline="0" noProof="0" dirty="0" err="1"/>
              <a:t>Sometimes</a:t>
            </a:r>
            <a:r>
              <a:rPr lang="cs-CZ" baseline="0" noProof="0" dirty="0"/>
              <a:t> </a:t>
            </a:r>
            <a:r>
              <a:rPr lang="cs-CZ" baseline="0" noProof="0" dirty="0" err="1"/>
              <a:t>it</a:t>
            </a:r>
            <a:r>
              <a:rPr lang="cs-CZ" baseline="0" noProof="0" dirty="0"/>
              <a:t> </a:t>
            </a:r>
            <a:r>
              <a:rPr lang="cs-CZ" baseline="0" noProof="0" dirty="0" err="1"/>
              <a:t>works</a:t>
            </a:r>
            <a:r>
              <a:rPr lang="cs-CZ" baseline="0" noProof="0" dirty="0"/>
              <a:t> </a:t>
            </a:r>
            <a:r>
              <a:rPr lang="cs-CZ" baseline="0" noProof="0" dirty="0" err="1"/>
              <a:t>with</a:t>
            </a:r>
            <a:r>
              <a:rPr lang="cs-CZ" baseline="0" noProof="0" dirty="0"/>
              <a:t> </a:t>
            </a:r>
            <a:r>
              <a:rPr lang="cs-CZ" baseline="0" noProof="0" dirty="0" err="1"/>
              <a:t>same</a:t>
            </a:r>
            <a:r>
              <a:rPr lang="cs-CZ" baseline="0" noProof="0" dirty="0"/>
              <a:t> </a:t>
            </a:r>
            <a:r>
              <a:rPr lang="cs-CZ" baseline="0" noProof="0" dirty="0" err="1"/>
              <a:t>problems</a:t>
            </a:r>
            <a:r>
              <a:rPr lang="cs-CZ" baseline="0" noProof="0" dirty="0"/>
              <a:t> but </a:t>
            </a:r>
            <a:r>
              <a:rPr lang="cs-CZ" baseline="0" noProof="0" dirty="0" err="1"/>
              <a:t>have</a:t>
            </a:r>
            <a:r>
              <a:rPr lang="cs-CZ" baseline="0" noProof="0" dirty="0"/>
              <a:t> </a:t>
            </a:r>
            <a:r>
              <a:rPr lang="cs-CZ" baseline="0" noProof="0" dirty="0" err="1"/>
              <a:t>different</a:t>
            </a:r>
            <a:r>
              <a:rPr lang="cs-CZ" baseline="0" noProof="0" dirty="0"/>
              <a:t> </a:t>
            </a:r>
            <a:r>
              <a:rPr lang="cs-CZ" baseline="0" noProof="0" dirty="0" err="1"/>
              <a:t>roots</a:t>
            </a:r>
            <a:r>
              <a:rPr lang="cs-CZ" baseline="0" noProof="0" dirty="0"/>
              <a:t>. Big </a:t>
            </a:r>
            <a:r>
              <a:rPr lang="cs-CZ" baseline="0" noProof="0" dirty="0" err="1"/>
              <a:t>intercestions</a:t>
            </a:r>
            <a:r>
              <a:rPr lang="cs-CZ" baseline="0" noProof="0" dirty="0"/>
              <a:t>.</a:t>
            </a:r>
          </a:p>
          <a:p>
            <a:r>
              <a:rPr lang="cs-CZ" baseline="0" noProof="0" dirty="0" err="1"/>
              <a:t>All</a:t>
            </a:r>
            <a:r>
              <a:rPr lang="cs-CZ" baseline="0" noProof="0" dirty="0"/>
              <a:t> </a:t>
            </a:r>
            <a:r>
              <a:rPr lang="cs-CZ" baseline="0" noProof="0" dirty="0" err="1"/>
              <a:t>of</a:t>
            </a:r>
            <a:r>
              <a:rPr lang="cs-CZ" baseline="0" noProof="0" dirty="0"/>
              <a:t> „…</a:t>
            </a:r>
            <a:r>
              <a:rPr lang="en-GB" b="1" dirty="0"/>
              <a:t>loo</a:t>
            </a:r>
            <a:r>
              <a:rPr lang="cs-CZ" b="1" dirty="0"/>
              <a:t>k</a:t>
            </a:r>
            <a:r>
              <a:rPr lang="en-GB" b="1" dirty="0"/>
              <a:t> at all sides of the problem</a:t>
            </a:r>
            <a:r>
              <a:rPr lang="cs-CZ" b="1" dirty="0"/>
              <a:t>“</a:t>
            </a:r>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31</a:t>
            </a:fld>
            <a:endParaRPr lang="en-GB"/>
          </a:p>
        </p:txBody>
      </p:sp>
    </p:spTree>
    <p:extLst>
      <p:ext uri="{BB962C8B-B14F-4D97-AF65-F5344CB8AC3E}">
        <p14:creationId xmlns:p14="http://schemas.microsoft.com/office/powerpoint/2010/main" val="3689547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noProof="0" dirty="0"/>
              <a:t>Obstacle, </a:t>
            </a:r>
            <a:r>
              <a:rPr lang="en-GB" noProof="0" dirty="0" err="1"/>
              <a:t>difficulity</a:t>
            </a:r>
            <a:r>
              <a:rPr lang="en-GB" noProof="0" dirty="0"/>
              <a:t>, situation that need</a:t>
            </a:r>
            <a:r>
              <a:rPr lang="en-GB" baseline="0" noProof="0" dirty="0"/>
              <a:t> solution.</a:t>
            </a:r>
            <a:endParaRPr lang="en-GB" noProof="0" dirty="0"/>
          </a:p>
          <a:p>
            <a:r>
              <a:rPr lang="en-GB" noProof="0" dirty="0"/>
              <a:t>Well structured</a:t>
            </a:r>
            <a:r>
              <a:rPr lang="en-GB" baseline="0" noProof="0" dirty="0"/>
              <a:t>: decision with all </a:t>
            </a:r>
            <a:r>
              <a:rPr lang="en-GB" baseline="0" noProof="0" dirty="0" err="1"/>
              <a:t>neccessary</a:t>
            </a:r>
            <a:r>
              <a:rPr lang="en-GB" baseline="0" noProof="0" dirty="0"/>
              <a:t> information, we know the procedures, methods to solve the problem, we know results of analogue situations…</a:t>
            </a:r>
          </a:p>
          <a:p>
            <a:r>
              <a:rPr lang="en-GB" baseline="0" noProof="0" dirty="0"/>
              <a:t>Unstructured: </a:t>
            </a:r>
            <a:r>
              <a:rPr lang="en-GB" baseline="0" noProof="0" dirty="0" err="1"/>
              <a:t>fragmentry</a:t>
            </a:r>
            <a:r>
              <a:rPr lang="en-GB" baseline="0" noProof="0" dirty="0"/>
              <a:t> information, we don‘t know the methods, problem situation is new…</a:t>
            </a:r>
            <a:endParaRPr lang="cs-CZ" baseline="0" noProof="0" dirty="0"/>
          </a:p>
          <a:p>
            <a:endParaRPr lang="cs-CZ" baseline="0" noProof="0" dirty="0"/>
          </a:p>
          <a:p>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36</a:t>
            </a:fld>
            <a:endParaRPr lang="en-GB"/>
          </a:p>
        </p:txBody>
      </p:sp>
    </p:spTree>
    <p:extLst>
      <p:ext uri="{BB962C8B-B14F-4D97-AF65-F5344CB8AC3E}">
        <p14:creationId xmlns:p14="http://schemas.microsoft.com/office/powerpoint/2010/main" val="27984053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noProof="0" dirty="0"/>
              <a:t>You know lot about hard operations research. You used some</a:t>
            </a:r>
            <a:r>
              <a:rPr lang="en-GB" baseline="0" noProof="0" dirty="0"/>
              <a:t> of its methods during previous semester.</a:t>
            </a:r>
          </a:p>
          <a:p>
            <a:r>
              <a:rPr lang="en-GB" baseline="0" noProof="0" dirty="0"/>
              <a:t>SOFT OR – sometimes use term problem structuring methods.</a:t>
            </a:r>
          </a:p>
          <a:p>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37</a:t>
            </a:fld>
            <a:endParaRPr lang="en-GB"/>
          </a:p>
        </p:txBody>
      </p:sp>
    </p:spTree>
    <p:extLst>
      <p:ext uri="{BB962C8B-B14F-4D97-AF65-F5344CB8AC3E}">
        <p14:creationId xmlns:p14="http://schemas.microsoft.com/office/powerpoint/2010/main" val="1811431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pPr defTabSz="1073236">
              <a:buFontTx/>
              <a:buChar char="-"/>
              <a:defRPr/>
            </a:pPr>
            <a:r>
              <a:rPr lang="cs-CZ" b="0" i="1" dirty="0"/>
              <a:t>Ontologie</a:t>
            </a:r>
            <a:r>
              <a:rPr lang="cs-CZ" b="0" dirty="0"/>
              <a:t> </a:t>
            </a:r>
            <a:r>
              <a:rPr lang="cs-CZ" dirty="0"/>
              <a:t>je </a:t>
            </a:r>
            <a:r>
              <a:rPr lang="cs-CZ" dirty="0">
                <a:solidFill>
                  <a:schemeClr val="tx1"/>
                </a:solidFill>
              </a:rPr>
              <a:t>filozofická </a:t>
            </a:r>
            <a:r>
              <a:rPr lang="cs-CZ" dirty="0"/>
              <a:t>disciplina, která se zabývá jsoucnem, bytím jako takovým a základními pojmy. </a:t>
            </a:r>
          </a:p>
          <a:p>
            <a:pPr>
              <a:buFontTx/>
              <a:buChar char="-"/>
            </a:pPr>
            <a:r>
              <a:rPr lang="cs-CZ" b="0" i="1" dirty="0"/>
              <a:t>Epistemologie</a:t>
            </a:r>
            <a:r>
              <a:rPr lang="cs-CZ" b="0" dirty="0"/>
              <a:t>  (nebo gnoseologie, noetika) </a:t>
            </a:r>
            <a:r>
              <a:rPr lang="cs-CZ" b="0" dirty="0">
                <a:solidFill>
                  <a:schemeClr val="tx1"/>
                </a:solidFill>
              </a:rPr>
              <a:t>je filozofická </a:t>
            </a:r>
            <a:r>
              <a:rPr lang="cs-CZ" b="0" dirty="0"/>
              <a:t>disciplina, která zkoumá lidské poznání, jeho vznik, proces a předmět.</a:t>
            </a:r>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39</a:t>
            </a:fld>
            <a:endParaRPr lang="en-GB"/>
          </a:p>
        </p:txBody>
      </p:sp>
    </p:spTree>
    <p:extLst>
      <p:ext uri="{BB962C8B-B14F-4D97-AF65-F5344CB8AC3E}">
        <p14:creationId xmlns:p14="http://schemas.microsoft.com/office/powerpoint/2010/main" val="5821065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41</a:t>
            </a:fld>
            <a:endParaRPr lang="en-GB"/>
          </a:p>
        </p:txBody>
      </p:sp>
    </p:spTree>
    <p:extLst>
      <p:ext uri="{BB962C8B-B14F-4D97-AF65-F5344CB8AC3E}">
        <p14:creationId xmlns:p14="http://schemas.microsoft.com/office/powerpoint/2010/main" val="28950166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sz="1300" i="1" dirty="0"/>
              <a:t>Stages 1 and 2: Finding out</a:t>
            </a:r>
            <a:endParaRPr lang="en-GB" sz="1300" dirty="0"/>
          </a:p>
          <a:p>
            <a:r>
              <a:rPr lang="en-GB" sz="1300" dirty="0"/>
              <a:t>- commodities of power and how they are obtained, used, preserved and transmitted</a:t>
            </a:r>
          </a:p>
          <a:p>
            <a:pPr lvl="0"/>
            <a:endParaRPr lang="en-GB" sz="1300" dirty="0"/>
          </a:p>
          <a:p>
            <a:pPr lvl="0"/>
            <a:r>
              <a:rPr lang="en-GB" sz="1300" dirty="0"/>
              <a:t>get the data</a:t>
            </a:r>
          </a:p>
          <a:p>
            <a:r>
              <a:rPr lang="en-GB" noProof="0" dirty="0"/>
              <a:t>Should contain </a:t>
            </a:r>
            <a:r>
              <a:rPr lang="en-GB" noProof="0" dirty="0" err="1"/>
              <a:t>poit</a:t>
            </a:r>
            <a:r>
              <a:rPr lang="en-GB" noProof="0" dirty="0"/>
              <a:t> of view of all relevant people </a:t>
            </a:r>
          </a:p>
          <a:p>
            <a:r>
              <a:rPr lang="en-GB" noProof="0" dirty="0"/>
              <a:t>Broad</a:t>
            </a:r>
            <a:r>
              <a:rPr lang="en-GB" baseline="0" noProof="0" dirty="0"/>
              <a:t> brush approach</a:t>
            </a:r>
            <a:endParaRPr lang="cs-CZ" baseline="0" noProof="0" dirty="0"/>
          </a:p>
          <a:p>
            <a:endParaRPr lang="cs-CZ" baseline="0" noProof="0" dirty="0"/>
          </a:p>
          <a:p>
            <a:r>
              <a:rPr lang="cs-CZ" baseline="0" noProof="0" dirty="0"/>
              <a:t>Show </a:t>
            </a:r>
            <a:r>
              <a:rPr lang="cs-CZ" baseline="0" noProof="0" dirty="0" err="1"/>
              <a:t>example</a:t>
            </a:r>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42</a:t>
            </a:fld>
            <a:endParaRPr lang="en-GB"/>
          </a:p>
        </p:txBody>
      </p:sp>
    </p:spTree>
    <p:extLst>
      <p:ext uri="{BB962C8B-B14F-4D97-AF65-F5344CB8AC3E}">
        <p14:creationId xmlns:p14="http://schemas.microsoft.com/office/powerpoint/2010/main" val="32083953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sz="1300" i="1" dirty="0"/>
              <a:t>Stages 1 and 2: Finding out</a:t>
            </a:r>
            <a:endParaRPr lang="en-GB" sz="1300" dirty="0"/>
          </a:p>
          <a:p>
            <a:r>
              <a:rPr lang="en-GB" sz="1300" dirty="0"/>
              <a:t>- commodities of power and how they are obtained, used, preserved and transmitted</a:t>
            </a:r>
          </a:p>
          <a:p>
            <a:pPr lvl="0"/>
            <a:endParaRPr lang="en-GB" sz="1300" dirty="0"/>
          </a:p>
          <a:p>
            <a:pPr lvl="0"/>
            <a:r>
              <a:rPr lang="en-GB" sz="1300" dirty="0"/>
              <a:t>get the data</a:t>
            </a:r>
          </a:p>
          <a:p>
            <a:r>
              <a:rPr lang="en-GB" noProof="0" dirty="0"/>
              <a:t>Should contain </a:t>
            </a:r>
            <a:r>
              <a:rPr lang="en-GB" noProof="0" dirty="0" err="1"/>
              <a:t>poit</a:t>
            </a:r>
            <a:r>
              <a:rPr lang="en-GB" noProof="0" dirty="0"/>
              <a:t> of view of all relevant people </a:t>
            </a:r>
          </a:p>
          <a:p>
            <a:r>
              <a:rPr lang="en-GB" noProof="0" dirty="0"/>
              <a:t>Broad</a:t>
            </a:r>
            <a:r>
              <a:rPr lang="en-GB" baseline="0" noProof="0" dirty="0"/>
              <a:t> brush approach</a:t>
            </a:r>
            <a:endParaRPr lang="cs-CZ" baseline="0" noProof="0" dirty="0"/>
          </a:p>
          <a:p>
            <a:endParaRPr lang="cs-CZ" baseline="0" noProof="0" dirty="0"/>
          </a:p>
          <a:p>
            <a:r>
              <a:rPr lang="cs-CZ" baseline="0" noProof="0" dirty="0"/>
              <a:t>Show </a:t>
            </a:r>
            <a:r>
              <a:rPr lang="cs-CZ" baseline="0" noProof="0" dirty="0" err="1"/>
              <a:t>example</a:t>
            </a:r>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43</a:t>
            </a:fld>
            <a:endParaRPr lang="en-GB"/>
          </a:p>
        </p:txBody>
      </p:sp>
    </p:spTree>
    <p:extLst>
      <p:ext uri="{BB962C8B-B14F-4D97-AF65-F5344CB8AC3E}">
        <p14:creationId xmlns:p14="http://schemas.microsoft.com/office/powerpoint/2010/main" val="3484137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sz="1300" i="1" dirty="0"/>
              <a:t>Stages 1 and 2: Finding out</a:t>
            </a:r>
            <a:endParaRPr lang="en-GB" sz="1300" dirty="0"/>
          </a:p>
          <a:p>
            <a:r>
              <a:rPr lang="en-GB" sz="1300" dirty="0"/>
              <a:t>- commodities of power and how they are obtained, used, preserved and transmitted</a:t>
            </a:r>
          </a:p>
          <a:p>
            <a:pPr lvl="0"/>
            <a:endParaRPr lang="en-GB" sz="1300" dirty="0"/>
          </a:p>
          <a:p>
            <a:pPr lvl="0"/>
            <a:r>
              <a:rPr lang="en-GB" sz="1300" dirty="0"/>
              <a:t>get the data</a:t>
            </a:r>
          </a:p>
          <a:p>
            <a:r>
              <a:rPr lang="en-GB" noProof="0" dirty="0"/>
              <a:t>Should contain </a:t>
            </a:r>
            <a:r>
              <a:rPr lang="en-GB" noProof="0" dirty="0" err="1"/>
              <a:t>poit</a:t>
            </a:r>
            <a:r>
              <a:rPr lang="en-GB" noProof="0" dirty="0"/>
              <a:t> of view of all relevant people </a:t>
            </a:r>
          </a:p>
          <a:p>
            <a:r>
              <a:rPr lang="en-GB" noProof="0" dirty="0"/>
              <a:t>Broad</a:t>
            </a:r>
            <a:r>
              <a:rPr lang="en-GB" baseline="0" noProof="0" dirty="0"/>
              <a:t> brush approach</a:t>
            </a:r>
            <a:endParaRPr lang="cs-CZ" baseline="0" noProof="0" dirty="0"/>
          </a:p>
          <a:p>
            <a:endParaRPr lang="cs-CZ" baseline="0" noProof="0" dirty="0"/>
          </a:p>
          <a:p>
            <a:r>
              <a:rPr lang="cs-CZ" baseline="0" noProof="0" dirty="0"/>
              <a:t>Show </a:t>
            </a:r>
            <a:r>
              <a:rPr lang="cs-CZ" baseline="0" noProof="0" dirty="0" err="1"/>
              <a:t>example</a:t>
            </a:r>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44</a:t>
            </a:fld>
            <a:endParaRPr lang="en-GB"/>
          </a:p>
        </p:txBody>
      </p:sp>
    </p:spTree>
    <p:extLst>
      <p:ext uri="{BB962C8B-B14F-4D97-AF65-F5344CB8AC3E}">
        <p14:creationId xmlns:p14="http://schemas.microsoft.com/office/powerpoint/2010/main" val="39827302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en-GB" sz="1300" i="1" dirty="0"/>
              <a:t>Stages 1 and 2: Finding out</a:t>
            </a:r>
            <a:endParaRPr lang="en-GB" sz="1300" dirty="0"/>
          </a:p>
          <a:p>
            <a:r>
              <a:rPr lang="en-GB" sz="1300" dirty="0"/>
              <a:t>- commodities of power and how they are obtained, used, preserved and transmitted</a:t>
            </a:r>
          </a:p>
          <a:p>
            <a:pPr lvl="0"/>
            <a:endParaRPr lang="en-GB" sz="1300" dirty="0"/>
          </a:p>
          <a:p>
            <a:pPr lvl="0"/>
            <a:r>
              <a:rPr lang="en-GB" sz="1300" dirty="0"/>
              <a:t>get the data</a:t>
            </a:r>
          </a:p>
          <a:p>
            <a:r>
              <a:rPr lang="en-GB" noProof="0" dirty="0"/>
              <a:t>Should contain </a:t>
            </a:r>
            <a:r>
              <a:rPr lang="en-GB" noProof="0" dirty="0" err="1"/>
              <a:t>poit</a:t>
            </a:r>
            <a:r>
              <a:rPr lang="en-GB" noProof="0" dirty="0"/>
              <a:t> of view of all relevant people </a:t>
            </a:r>
          </a:p>
          <a:p>
            <a:r>
              <a:rPr lang="en-GB" noProof="0" dirty="0"/>
              <a:t>Broad</a:t>
            </a:r>
            <a:r>
              <a:rPr lang="en-GB" baseline="0" noProof="0" dirty="0"/>
              <a:t> brush approach</a:t>
            </a:r>
            <a:endParaRPr lang="cs-CZ" baseline="0" noProof="0" dirty="0"/>
          </a:p>
          <a:p>
            <a:endParaRPr lang="cs-CZ" baseline="0" noProof="0" dirty="0"/>
          </a:p>
          <a:p>
            <a:r>
              <a:rPr lang="cs-CZ" baseline="0" noProof="0" dirty="0"/>
              <a:t>Show </a:t>
            </a:r>
            <a:r>
              <a:rPr lang="cs-CZ" baseline="0" noProof="0" dirty="0" err="1"/>
              <a:t>example</a:t>
            </a:r>
            <a:endParaRPr lang="en-GB" noProof="0"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45</a:t>
            </a:fld>
            <a:endParaRPr lang="en-GB"/>
          </a:p>
        </p:txBody>
      </p:sp>
    </p:spTree>
    <p:extLst>
      <p:ext uri="{BB962C8B-B14F-4D97-AF65-F5344CB8AC3E}">
        <p14:creationId xmlns:p14="http://schemas.microsoft.com/office/powerpoint/2010/main" val="40098632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endParaRPr lang="en-GB" dirty="0"/>
          </a:p>
        </p:txBody>
      </p:sp>
      <p:sp>
        <p:nvSpPr>
          <p:cNvPr id="4" name="Zástupný symbol pro číslo snímku 3"/>
          <p:cNvSpPr>
            <a:spLocks noGrp="1"/>
          </p:cNvSpPr>
          <p:nvPr>
            <p:ph type="sldNum" sz="quarter" idx="10"/>
          </p:nvPr>
        </p:nvSpPr>
        <p:spPr/>
        <p:txBody>
          <a:bodyPr/>
          <a:lstStyle/>
          <a:p>
            <a:fld id="{F94ED96C-B576-43EA-BA80-73AFCDE52D65}" type="slidenum">
              <a:rPr lang="cs-CZ" smtClean="0"/>
              <a:t>46</a:t>
            </a:fld>
            <a:endParaRPr lang="cs-CZ"/>
          </a:p>
        </p:txBody>
      </p:sp>
    </p:spTree>
    <p:extLst>
      <p:ext uri="{BB962C8B-B14F-4D97-AF65-F5344CB8AC3E}">
        <p14:creationId xmlns:p14="http://schemas.microsoft.com/office/powerpoint/2010/main" val="9575056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err="1"/>
              <a:t>Example</a:t>
            </a:r>
            <a:endParaRPr lang="cs-CZ" dirty="0"/>
          </a:p>
          <a:p>
            <a:r>
              <a:rPr lang="cs-CZ" dirty="0" err="1"/>
              <a:t>Problem</a:t>
            </a:r>
            <a:r>
              <a:rPr lang="cs-CZ" baseline="0" dirty="0"/>
              <a:t> – </a:t>
            </a:r>
            <a:r>
              <a:rPr lang="cs-CZ" baseline="0" dirty="0" err="1"/>
              <a:t>only</a:t>
            </a:r>
            <a:r>
              <a:rPr lang="cs-CZ" baseline="0" dirty="0"/>
              <a:t> </a:t>
            </a:r>
            <a:r>
              <a:rPr lang="cs-CZ" baseline="0" dirty="0" err="1"/>
              <a:t>small</a:t>
            </a:r>
            <a:r>
              <a:rPr lang="cs-CZ" baseline="0" dirty="0"/>
              <a:t> </a:t>
            </a:r>
            <a:r>
              <a:rPr lang="cs-CZ" baseline="0" dirty="0" err="1"/>
              <a:t>number</a:t>
            </a:r>
            <a:r>
              <a:rPr lang="cs-CZ" baseline="0" dirty="0"/>
              <a:t> </a:t>
            </a:r>
            <a:r>
              <a:rPr lang="cs-CZ" baseline="0" dirty="0" err="1"/>
              <a:t>of</a:t>
            </a:r>
            <a:r>
              <a:rPr lang="cs-CZ" baseline="0" dirty="0"/>
              <a:t> </a:t>
            </a:r>
            <a:r>
              <a:rPr lang="cs-CZ" baseline="0" dirty="0" err="1"/>
              <a:t>skilled</a:t>
            </a:r>
            <a:r>
              <a:rPr lang="cs-CZ" baseline="0" dirty="0"/>
              <a:t> </a:t>
            </a:r>
            <a:r>
              <a:rPr lang="cs-CZ" baseline="0" dirty="0" err="1"/>
              <a:t>gradua</a:t>
            </a:r>
            <a:r>
              <a:rPr lang="cs-CZ" baseline="0" dirty="0"/>
              <a:t> tes </a:t>
            </a:r>
            <a:r>
              <a:rPr lang="cs-CZ" baseline="0" dirty="0" err="1"/>
              <a:t>of</a:t>
            </a:r>
            <a:r>
              <a:rPr lang="cs-CZ" baseline="0" dirty="0"/>
              <a:t> </a:t>
            </a:r>
            <a:r>
              <a:rPr lang="cs-CZ" baseline="0" dirty="0" err="1"/>
              <a:t>universities</a:t>
            </a:r>
            <a:endParaRPr lang="cs-CZ" baseline="0" dirty="0"/>
          </a:p>
          <a:p>
            <a:r>
              <a:rPr lang="cs-CZ" baseline="0" dirty="0" err="1"/>
              <a:t>Try</a:t>
            </a:r>
            <a:r>
              <a:rPr lang="cs-CZ" baseline="0" dirty="0"/>
              <a:t> to </a:t>
            </a:r>
            <a:r>
              <a:rPr lang="cs-CZ" baseline="0" dirty="0" err="1"/>
              <a:t>make</a:t>
            </a:r>
            <a:r>
              <a:rPr lang="cs-CZ" baseline="0" dirty="0"/>
              <a:t> </a:t>
            </a:r>
            <a:r>
              <a:rPr lang="cs-CZ" baseline="0" dirty="0" err="1"/>
              <a:t>root</a:t>
            </a:r>
            <a:r>
              <a:rPr lang="cs-CZ" baseline="0" dirty="0"/>
              <a:t> </a:t>
            </a:r>
            <a:r>
              <a:rPr lang="cs-CZ" baseline="0" dirty="0" err="1"/>
              <a:t>definition</a:t>
            </a:r>
            <a:endParaRPr lang="cs-CZ" baseline="0" dirty="0"/>
          </a:p>
          <a:p>
            <a:r>
              <a:rPr lang="cs-CZ" baseline="0" dirty="0"/>
              <a:t>C – society – </a:t>
            </a:r>
            <a:r>
              <a:rPr lang="cs-CZ" baseline="0" dirty="0" err="1"/>
              <a:t>employers</a:t>
            </a:r>
            <a:r>
              <a:rPr lang="cs-CZ" baseline="0" dirty="0"/>
              <a:t> </a:t>
            </a:r>
            <a:r>
              <a:rPr lang="cs-CZ" baseline="0" dirty="0" err="1"/>
              <a:t>atc</a:t>
            </a:r>
            <a:r>
              <a:rPr lang="cs-CZ" baseline="0" dirty="0"/>
              <a:t>.</a:t>
            </a:r>
          </a:p>
          <a:p>
            <a:r>
              <a:rPr lang="cs-CZ" baseline="0" dirty="0"/>
              <a:t>A – </a:t>
            </a:r>
            <a:r>
              <a:rPr lang="cs-CZ" baseline="0" dirty="0" err="1"/>
              <a:t>students</a:t>
            </a:r>
            <a:r>
              <a:rPr lang="cs-CZ" baseline="0" dirty="0"/>
              <a:t>, </a:t>
            </a:r>
            <a:r>
              <a:rPr lang="cs-CZ" baseline="0" dirty="0" err="1"/>
              <a:t>teachers</a:t>
            </a:r>
            <a:endParaRPr lang="cs-CZ" baseline="0" dirty="0"/>
          </a:p>
          <a:p>
            <a:r>
              <a:rPr lang="cs-CZ" baseline="0" dirty="0"/>
              <a:t>T – </a:t>
            </a:r>
            <a:r>
              <a:rPr lang="cs-CZ" baseline="0" dirty="0" err="1"/>
              <a:t>prepare</a:t>
            </a:r>
            <a:r>
              <a:rPr lang="cs-CZ" baseline="0" dirty="0"/>
              <a:t> </a:t>
            </a:r>
            <a:r>
              <a:rPr lang="cs-CZ" baseline="0" dirty="0" err="1"/>
              <a:t>the</a:t>
            </a:r>
            <a:r>
              <a:rPr lang="cs-CZ" baseline="0" dirty="0"/>
              <a:t> </a:t>
            </a:r>
            <a:r>
              <a:rPr lang="cs-CZ" baseline="0" dirty="0" err="1"/>
              <a:t>students</a:t>
            </a:r>
            <a:r>
              <a:rPr lang="cs-CZ" baseline="0" dirty="0"/>
              <a:t> </a:t>
            </a:r>
            <a:r>
              <a:rPr lang="cs-CZ" baseline="0" dirty="0" err="1"/>
              <a:t>for</a:t>
            </a:r>
            <a:r>
              <a:rPr lang="cs-CZ" baseline="0" dirty="0"/>
              <a:t> </a:t>
            </a:r>
            <a:r>
              <a:rPr lang="cs-CZ" baseline="0" dirty="0" err="1"/>
              <a:t>future</a:t>
            </a:r>
            <a:r>
              <a:rPr lang="cs-CZ" baseline="0" dirty="0"/>
              <a:t> live </a:t>
            </a:r>
            <a:r>
              <a:rPr lang="cs-CZ" baseline="0" dirty="0" err="1"/>
              <a:t>inputs</a:t>
            </a:r>
            <a:r>
              <a:rPr lang="cs-CZ" baseline="0" dirty="0"/>
              <a:t> </a:t>
            </a:r>
            <a:r>
              <a:rPr lang="cs-CZ" baseline="0" dirty="0" err="1"/>
              <a:t>students</a:t>
            </a:r>
            <a:r>
              <a:rPr lang="cs-CZ" baseline="0" dirty="0"/>
              <a:t>, </a:t>
            </a:r>
            <a:r>
              <a:rPr lang="cs-CZ" baseline="0" dirty="0" err="1"/>
              <a:t>outputs</a:t>
            </a:r>
            <a:r>
              <a:rPr lang="cs-CZ" baseline="0" dirty="0"/>
              <a:t> </a:t>
            </a:r>
            <a:r>
              <a:rPr lang="cs-CZ" baseline="0" dirty="0" err="1"/>
              <a:t>the</a:t>
            </a:r>
            <a:r>
              <a:rPr lang="cs-CZ" baseline="0" dirty="0"/>
              <a:t> </a:t>
            </a:r>
            <a:r>
              <a:rPr lang="cs-CZ" baseline="0" dirty="0" err="1"/>
              <a:t>skilled</a:t>
            </a:r>
            <a:r>
              <a:rPr lang="cs-CZ" baseline="0" dirty="0"/>
              <a:t> </a:t>
            </a:r>
            <a:r>
              <a:rPr lang="cs-CZ" baseline="0" dirty="0" err="1"/>
              <a:t>worker</a:t>
            </a:r>
            <a:r>
              <a:rPr lang="cs-CZ" baseline="0" dirty="0"/>
              <a:t> </a:t>
            </a:r>
            <a:r>
              <a:rPr lang="cs-CZ" baseline="0" dirty="0" err="1"/>
              <a:t>or</a:t>
            </a:r>
            <a:r>
              <a:rPr lang="cs-CZ" baseline="0" dirty="0"/>
              <a:t> </a:t>
            </a:r>
            <a:r>
              <a:rPr lang="cs-CZ" baseline="0" dirty="0" err="1"/>
              <a:t>enterpreneur</a:t>
            </a:r>
            <a:endParaRPr lang="cs-CZ" baseline="0" dirty="0"/>
          </a:p>
          <a:p>
            <a:r>
              <a:rPr lang="cs-CZ" baseline="0" dirty="0"/>
              <a:t>W – </a:t>
            </a:r>
            <a:r>
              <a:rPr lang="cs-CZ" baseline="0" dirty="0" err="1"/>
              <a:t>desire</a:t>
            </a:r>
            <a:r>
              <a:rPr lang="cs-CZ" baseline="0" dirty="0"/>
              <a:t> to </a:t>
            </a:r>
            <a:r>
              <a:rPr lang="cs-CZ" baseline="0" dirty="0" err="1"/>
              <a:t>enhance</a:t>
            </a:r>
            <a:r>
              <a:rPr lang="cs-CZ" baseline="0" dirty="0"/>
              <a:t> </a:t>
            </a:r>
            <a:r>
              <a:rPr lang="cs-CZ" baseline="0" dirty="0" err="1"/>
              <a:t>and</a:t>
            </a:r>
            <a:r>
              <a:rPr lang="cs-CZ" baseline="0" dirty="0"/>
              <a:t> </a:t>
            </a:r>
            <a:r>
              <a:rPr lang="cs-CZ" baseline="0" dirty="0" err="1"/>
              <a:t>obtain</a:t>
            </a:r>
            <a:r>
              <a:rPr lang="cs-CZ" baseline="0" dirty="0"/>
              <a:t> </a:t>
            </a:r>
            <a:r>
              <a:rPr lang="cs-CZ" baseline="0" dirty="0" err="1"/>
              <a:t>the</a:t>
            </a:r>
            <a:r>
              <a:rPr lang="cs-CZ" baseline="0" dirty="0"/>
              <a:t> </a:t>
            </a:r>
            <a:r>
              <a:rPr lang="cs-CZ" baseline="0" dirty="0" err="1"/>
              <a:t>knowledge</a:t>
            </a:r>
            <a:r>
              <a:rPr lang="cs-CZ" baseline="0" dirty="0"/>
              <a:t> </a:t>
            </a:r>
            <a:r>
              <a:rPr lang="cs-CZ" baseline="0" dirty="0" err="1"/>
              <a:t>and</a:t>
            </a:r>
            <a:r>
              <a:rPr lang="cs-CZ" baseline="0" dirty="0"/>
              <a:t> </a:t>
            </a:r>
            <a:r>
              <a:rPr lang="cs-CZ" baseline="0" dirty="0" err="1"/>
              <a:t>skills</a:t>
            </a:r>
            <a:r>
              <a:rPr lang="cs-CZ" baseline="0" dirty="0"/>
              <a:t> </a:t>
            </a:r>
            <a:r>
              <a:rPr lang="cs-CZ" baseline="0" dirty="0" err="1"/>
              <a:t>usefull</a:t>
            </a:r>
            <a:r>
              <a:rPr lang="cs-CZ" baseline="0" dirty="0"/>
              <a:t> </a:t>
            </a:r>
            <a:r>
              <a:rPr lang="cs-CZ" baseline="0" dirty="0" err="1"/>
              <a:t>at</a:t>
            </a:r>
            <a:r>
              <a:rPr lang="cs-CZ" baseline="0" dirty="0"/>
              <a:t> </a:t>
            </a:r>
            <a:r>
              <a:rPr lang="cs-CZ" baseline="0" dirty="0" err="1"/>
              <a:t>workforce</a:t>
            </a:r>
            <a:r>
              <a:rPr lang="cs-CZ" baseline="0" dirty="0"/>
              <a:t> </a:t>
            </a:r>
            <a:r>
              <a:rPr lang="cs-CZ" baseline="0" dirty="0" err="1"/>
              <a:t>marked</a:t>
            </a:r>
            <a:endParaRPr lang="cs-CZ" baseline="0" dirty="0"/>
          </a:p>
          <a:p>
            <a:r>
              <a:rPr lang="cs-CZ" baseline="0" dirty="0"/>
              <a:t>O – </a:t>
            </a:r>
            <a:r>
              <a:rPr lang="cs-CZ" baseline="0" dirty="0" err="1"/>
              <a:t>government</a:t>
            </a:r>
            <a:endParaRPr lang="cs-CZ" baseline="0" dirty="0"/>
          </a:p>
          <a:p>
            <a:r>
              <a:rPr lang="cs-CZ" baseline="0" dirty="0"/>
              <a:t>E – </a:t>
            </a:r>
            <a:r>
              <a:rPr lang="cs-CZ" baseline="0" dirty="0" err="1"/>
              <a:t>marked</a:t>
            </a:r>
            <a:r>
              <a:rPr lang="cs-CZ" baseline="0" dirty="0"/>
              <a:t>, </a:t>
            </a:r>
            <a:r>
              <a:rPr lang="cs-CZ" baseline="0" dirty="0" err="1"/>
              <a:t>demography</a:t>
            </a:r>
            <a:r>
              <a:rPr lang="cs-CZ" baseline="0" dirty="0"/>
              <a:t>, natural </a:t>
            </a:r>
            <a:r>
              <a:rPr lang="cs-CZ" baseline="0" dirty="0" err="1"/>
              <a:t>constraints</a:t>
            </a:r>
            <a:r>
              <a:rPr lang="cs-CZ" baseline="0" dirty="0"/>
              <a:t> </a:t>
            </a:r>
            <a:r>
              <a:rPr lang="cs-CZ" baseline="0" dirty="0" err="1"/>
              <a:t>of</a:t>
            </a:r>
            <a:r>
              <a:rPr lang="cs-CZ" baseline="0" dirty="0"/>
              <a:t> inteligence (</a:t>
            </a:r>
            <a:r>
              <a:rPr lang="cs-CZ" baseline="0" dirty="0" err="1"/>
              <a:t>small</a:t>
            </a:r>
            <a:r>
              <a:rPr lang="cs-CZ" baseline="0" dirty="0"/>
              <a:t> </a:t>
            </a:r>
            <a:r>
              <a:rPr lang="cs-CZ" baseline="0" dirty="0" err="1"/>
              <a:t>number</a:t>
            </a:r>
            <a:r>
              <a:rPr lang="cs-CZ" baseline="0" dirty="0"/>
              <a:t> </a:t>
            </a:r>
            <a:r>
              <a:rPr lang="cs-CZ" baseline="0" dirty="0" err="1"/>
              <a:t>of</a:t>
            </a:r>
            <a:r>
              <a:rPr lang="cs-CZ" baseline="0" dirty="0"/>
              <a:t> </a:t>
            </a:r>
            <a:r>
              <a:rPr lang="cs-CZ" baseline="0" dirty="0" err="1"/>
              <a:t>people</a:t>
            </a:r>
            <a:r>
              <a:rPr lang="cs-CZ" baseline="0" dirty="0"/>
              <a:t> </a:t>
            </a:r>
            <a:r>
              <a:rPr lang="cs-CZ" baseline="0" dirty="0" err="1"/>
              <a:t>of</a:t>
            </a:r>
            <a:r>
              <a:rPr lang="cs-CZ" baseline="0" dirty="0"/>
              <a:t> </a:t>
            </a:r>
            <a:r>
              <a:rPr lang="cs-CZ" baseline="0" dirty="0" err="1"/>
              <a:t>appropriate</a:t>
            </a:r>
            <a:r>
              <a:rPr lang="cs-CZ" baseline="0" dirty="0"/>
              <a:t> </a:t>
            </a:r>
            <a:r>
              <a:rPr lang="cs-CZ" baseline="0" dirty="0" err="1"/>
              <a:t>age</a:t>
            </a:r>
            <a:r>
              <a:rPr lang="cs-CZ" baseline="0" dirty="0"/>
              <a:t> -&gt; </a:t>
            </a:r>
            <a:r>
              <a:rPr lang="cs-CZ" baseline="0" dirty="0" err="1"/>
              <a:t>small</a:t>
            </a:r>
            <a:r>
              <a:rPr lang="cs-CZ" baseline="0" dirty="0"/>
              <a:t> </a:t>
            </a:r>
            <a:r>
              <a:rPr lang="cs-CZ" baseline="0" dirty="0" err="1"/>
              <a:t>number</a:t>
            </a:r>
            <a:r>
              <a:rPr lang="cs-CZ" baseline="0" dirty="0"/>
              <a:t> </a:t>
            </a:r>
            <a:r>
              <a:rPr lang="cs-CZ" baseline="0" dirty="0" err="1"/>
              <a:t>of</a:t>
            </a:r>
            <a:r>
              <a:rPr lang="cs-CZ" baseline="0" dirty="0"/>
              <a:t> </a:t>
            </a:r>
            <a:r>
              <a:rPr lang="cs-CZ" baseline="0" dirty="0" err="1"/>
              <a:t>skilled</a:t>
            </a:r>
            <a:r>
              <a:rPr lang="cs-CZ" baseline="0" dirty="0"/>
              <a:t> </a:t>
            </a:r>
            <a:r>
              <a:rPr lang="cs-CZ" baseline="0" dirty="0" err="1"/>
              <a:t>students</a:t>
            </a:r>
            <a:r>
              <a:rPr lang="cs-CZ" baseline="0" dirty="0"/>
              <a:t>…)</a:t>
            </a:r>
          </a:p>
          <a:p>
            <a:endParaRPr lang="cs-CZ" baseline="0" dirty="0"/>
          </a:p>
          <a:p>
            <a:r>
              <a:rPr lang="en-US" sz="1200" b="0" i="1" kern="1200" dirty="0">
                <a:solidFill>
                  <a:schemeClr val="tx1"/>
                </a:solidFill>
                <a:effectLst/>
                <a:latin typeface="+mn-lt"/>
                <a:ea typeface="+mn-ea"/>
                <a:cs typeface="+mn-cs"/>
              </a:rPr>
              <a:t>The </a:t>
            </a:r>
            <a:r>
              <a:rPr lang="cs-CZ" sz="1200" b="0" i="1" kern="1200" dirty="0" err="1">
                <a:solidFill>
                  <a:schemeClr val="tx1"/>
                </a:solidFill>
                <a:effectLst/>
                <a:latin typeface="+mn-lt"/>
                <a:ea typeface="+mn-ea"/>
                <a:cs typeface="+mn-cs"/>
              </a:rPr>
              <a:t>education</a:t>
            </a:r>
            <a:r>
              <a:rPr lang="cs-CZ" sz="1200" b="0" i="1"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system is a system for ensuring</a:t>
            </a:r>
            <a:r>
              <a:rPr lang="cs-CZ" sz="1200" b="0" i="1" kern="1200" dirty="0">
                <a:solidFill>
                  <a:schemeClr val="tx1"/>
                </a:solidFill>
                <a:effectLst/>
                <a:latin typeface="+mn-lt"/>
                <a:ea typeface="+mn-ea"/>
                <a:cs typeface="+mn-cs"/>
              </a:rPr>
              <a:t>…</a:t>
            </a: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47</a:t>
            </a:fld>
            <a:endParaRPr lang="en-GB"/>
          </a:p>
        </p:txBody>
      </p:sp>
    </p:spTree>
    <p:extLst>
      <p:ext uri="{BB962C8B-B14F-4D97-AF65-F5344CB8AC3E}">
        <p14:creationId xmlns:p14="http://schemas.microsoft.com/office/powerpoint/2010/main" val="6837283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err="1"/>
              <a:t>Example</a:t>
            </a:r>
            <a:endParaRPr lang="cs-CZ" dirty="0"/>
          </a:p>
          <a:p>
            <a:r>
              <a:rPr lang="cs-CZ" dirty="0" err="1"/>
              <a:t>Problem</a:t>
            </a:r>
            <a:r>
              <a:rPr lang="cs-CZ" baseline="0" dirty="0"/>
              <a:t> – </a:t>
            </a:r>
            <a:r>
              <a:rPr lang="cs-CZ" baseline="0" dirty="0" err="1"/>
              <a:t>only</a:t>
            </a:r>
            <a:r>
              <a:rPr lang="cs-CZ" baseline="0" dirty="0"/>
              <a:t> </a:t>
            </a:r>
            <a:r>
              <a:rPr lang="cs-CZ" baseline="0" dirty="0" err="1"/>
              <a:t>small</a:t>
            </a:r>
            <a:r>
              <a:rPr lang="cs-CZ" baseline="0" dirty="0"/>
              <a:t> </a:t>
            </a:r>
            <a:r>
              <a:rPr lang="cs-CZ" baseline="0" dirty="0" err="1"/>
              <a:t>number</a:t>
            </a:r>
            <a:r>
              <a:rPr lang="cs-CZ" baseline="0" dirty="0"/>
              <a:t> </a:t>
            </a:r>
            <a:r>
              <a:rPr lang="cs-CZ" baseline="0" dirty="0" err="1"/>
              <a:t>of</a:t>
            </a:r>
            <a:r>
              <a:rPr lang="cs-CZ" baseline="0" dirty="0"/>
              <a:t> </a:t>
            </a:r>
            <a:r>
              <a:rPr lang="cs-CZ" baseline="0" dirty="0" err="1"/>
              <a:t>skilled</a:t>
            </a:r>
            <a:r>
              <a:rPr lang="cs-CZ" baseline="0" dirty="0"/>
              <a:t> </a:t>
            </a:r>
            <a:r>
              <a:rPr lang="cs-CZ" baseline="0" dirty="0" err="1"/>
              <a:t>gradua</a:t>
            </a:r>
            <a:r>
              <a:rPr lang="cs-CZ" baseline="0" dirty="0"/>
              <a:t> tes </a:t>
            </a:r>
            <a:r>
              <a:rPr lang="cs-CZ" baseline="0" dirty="0" err="1"/>
              <a:t>of</a:t>
            </a:r>
            <a:r>
              <a:rPr lang="cs-CZ" baseline="0" dirty="0"/>
              <a:t> </a:t>
            </a:r>
            <a:r>
              <a:rPr lang="cs-CZ" baseline="0" dirty="0" err="1"/>
              <a:t>universities</a:t>
            </a:r>
            <a:endParaRPr lang="cs-CZ" baseline="0" dirty="0"/>
          </a:p>
          <a:p>
            <a:r>
              <a:rPr lang="cs-CZ" baseline="0" dirty="0" err="1"/>
              <a:t>Try</a:t>
            </a:r>
            <a:r>
              <a:rPr lang="cs-CZ" baseline="0" dirty="0"/>
              <a:t> to </a:t>
            </a:r>
            <a:r>
              <a:rPr lang="cs-CZ" baseline="0" dirty="0" err="1"/>
              <a:t>make</a:t>
            </a:r>
            <a:r>
              <a:rPr lang="cs-CZ" baseline="0" dirty="0"/>
              <a:t> </a:t>
            </a:r>
            <a:r>
              <a:rPr lang="cs-CZ" baseline="0" dirty="0" err="1"/>
              <a:t>root</a:t>
            </a:r>
            <a:r>
              <a:rPr lang="cs-CZ" baseline="0" dirty="0"/>
              <a:t> </a:t>
            </a:r>
            <a:r>
              <a:rPr lang="cs-CZ" baseline="0" dirty="0" err="1"/>
              <a:t>definition</a:t>
            </a:r>
            <a:endParaRPr lang="cs-CZ" baseline="0" dirty="0"/>
          </a:p>
          <a:p>
            <a:r>
              <a:rPr lang="cs-CZ" baseline="0" dirty="0"/>
              <a:t>C – society – </a:t>
            </a:r>
            <a:r>
              <a:rPr lang="cs-CZ" baseline="0" dirty="0" err="1"/>
              <a:t>employers</a:t>
            </a:r>
            <a:r>
              <a:rPr lang="cs-CZ" baseline="0" dirty="0"/>
              <a:t> </a:t>
            </a:r>
            <a:r>
              <a:rPr lang="cs-CZ" baseline="0" dirty="0" err="1"/>
              <a:t>atc</a:t>
            </a:r>
            <a:r>
              <a:rPr lang="cs-CZ" baseline="0" dirty="0"/>
              <a:t>.</a:t>
            </a:r>
          </a:p>
          <a:p>
            <a:r>
              <a:rPr lang="cs-CZ" baseline="0" dirty="0"/>
              <a:t>A – </a:t>
            </a:r>
            <a:r>
              <a:rPr lang="cs-CZ" baseline="0" dirty="0" err="1"/>
              <a:t>students</a:t>
            </a:r>
            <a:r>
              <a:rPr lang="cs-CZ" baseline="0" dirty="0"/>
              <a:t>, </a:t>
            </a:r>
            <a:r>
              <a:rPr lang="cs-CZ" baseline="0" dirty="0" err="1"/>
              <a:t>teachers</a:t>
            </a:r>
            <a:endParaRPr lang="cs-CZ" baseline="0" dirty="0"/>
          </a:p>
          <a:p>
            <a:r>
              <a:rPr lang="cs-CZ" baseline="0" dirty="0"/>
              <a:t>T – </a:t>
            </a:r>
            <a:r>
              <a:rPr lang="cs-CZ" baseline="0" dirty="0" err="1"/>
              <a:t>prepare</a:t>
            </a:r>
            <a:r>
              <a:rPr lang="cs-CZ" baseline="0" dirty="0"/>
              <a:t> </a:t>
            </a:r>
            <a:r>
              <a:rPr lang="cs-CZ" baseline="0" dirty="0" err="1"/>
              <a:t>the</a:t>
            </a:r>
            <a:r>
              <a:rPr lang="cs-CZ" baseline="0" dirty="0"/>
              <a:t> </a:t>
            </a:r>
            <a:r>
              <a:rPr lang="cs-CZ" baseline="0" dirty="0" err="1"/>
              <a:t>students</a:t>
            </a:r>
            <a:r>
              <a:rPr lang="cs-CZ" baseline="0" dirty="0"/>
              <a:t> </a:t>
            </a:r>
            <a:r>
              <a:rPr lang="cs-CZ" baseline="0" dirty="0" err="1"/>
              <a:t>for</a:t>
            </a:r>
            <a:r>
              <a:rPr lang="cs-CZ" baseline="0" dirty="0"/>
              <a:t> </a:t>
            </a:r>
            <a:r>
              <a:rPr lang="cs-CZ" baseline="0" dirty="0" err="1"/>
              <a:t>future</a:t>
            </a:r>
            <a:r>
              <a:rPr lang="cs-CZ" baseline="0" dirty="0"/>
              <a:t> live </a:t>
            </a:r>
            <a:r>
              <a:rPr lang="cs-CZ" baseline="0" dirty="0" err="1"/>
              <a:t>inputs</a:t>
            </a:r>
            <a:r>
              <a:rPr lang="cs-CZ" baseline="0" dirty="0"/>
              <a:t> </a:t>
            </a:r>
            <a:r>
              <a:rPr lang="cs-CZ" baseline="0" dirty="0" err="1"/>
              <a:t>students</a:t>
            </a:r>
            <a:r>
              <a:rPr lang="cs-CZ" baseline="0" dirty="0"/>
              <a:t>, </a:t>
            </a:r>
            <a:r>
              <a:rPr lang="cs-CZ" baseline="0" dirty="0" err="1"/>
              <a:t>outputs</a:t>
            </a:r>
            <a:r>
              <a:rPr lang="cs-CZ" baseline="0" dirty="0"/>
              <a:t> </a:t>
            </a:r>
            <a:r>
              <a:rPr lang="cs-CZ" baseline="0" dirty="0" err="1"/>
              <a:t>the</a:t>
            </a:r>
            <a:r>
              <a:rPr lang="cs-CZ" baseline="0" dirty="0"/>
              <a:t> </a:t>
            </a:r>
            <a:r>
              <a:rPr lang="cs-CZ" baseline="0" dirty="0" err="1"/>
              <a:t>skilled</a:t>
            </a:r>
            <a:r>
              <a:rPr lang="cs-CZ" baseline="0" dirty="0"/>
              <a:t> </a:t>
            </a:r>
            <a:r>
              <a:rPr lang="cs-CZ" baseline="0" dirty="0" err="1"/>
              <a:t>worker</a:t>
            </a:r>
            <a:r>
              <a:rPr lang="cs-CZ" baseline="0" dirty="0"/>
              <a:t> </a:t>
            </a:r>
            <a:r>
              <a:rPr lang="cs-CZ" baseline="0" dirty="0" err="1"/>
              <a:t>or</a:t>
            </a:r>
            <a:r>
              <a:rPr lang="cs-CZ" baseline="0" dirty="0"/>
              <a:t> </a:t>
            </a:r>
            <a:r>
              <a:rPr lang="cs-CZ" baseline="0" dirty="0" err="1"/>
              <a:t>enterpreneur</a:t>
            </a:r>
            <a:endParaRPr lang="cs-CZ" baseline="0" dirty="0"/>
          </a:p>
          <a:p>
            <a:r>
              <a:rPr lang="cs-CZ" baseline="0" dirty="0"/>
              <a:t>W – </a:t>
            </a:r>
            <a:r>
              <a:rPr lang="cs-CZ" baseline="0" dirty="0" err="1"/>
              <a:t>desire</a:t>
            </a:r>
            <a:r>
              <a:rPr lang="cs-CZ" baseline="0" dirty="0"/>
              <a:t> to </a:t>
            </a:r>
            <a:r>
              <a:rPr lang="cs-CZ" baseline="0" dirty="0" err="1"/>
              <a:t>enhance</a:t>
            </a:r>
            <a:r>
              <a:rPr lang="cs-CZ" baseline="0" dirty="0"/>
              <a:t> </a:t>
            </a:r>
            <a:r>
              <a:rPr lang="cs-CZ" baseline="0" dirty="0" err="1"/>
              <a:t>and</a:t>
            </a:r>
            <a:r>
              <a:rPr lang="cs-CZ" baseline="0" dirty="0"/>
              <a:t> </a:t>
            </a:r>
            <a:r>
              <a:rPr lang="cs-CZ" baseline="0" dirty="0" err="1"/>
              <a:t>obtain</a:t>
            </a:r>
            <a:r>
              <a:rPr lang="cs-CZ" baseline="0" dirty="0"/>
              <a:t> </a:t>
            </a:r>
            <a:r>
              <a:rPr lang="cs-CZ" baseline="0" dirty="0" err="1"/>
              <a:t>the</a:t>
            </a:r>
            <a:r>
              <a:rPr lang="cs-CZ" baseline="0" dirty="0"/>
              <a:t> </a:t>
            </a:r>
            <a:r>
              <a:rPr lang="cs-CZ" baseline="0" dirty="0" err="1"/>
              <a:t>knowledge</a:t>
            </a:r>
            <a:r>
              <a:rPr lang="cs-CZ" baseline="0" dirty="0"/>
              <a:t> </a:t>
            </a:r>
            <a:r>
              <a:rPr lang="cs-CZ" baseline="0" dirty="0" err="1"/>
              <a:t>and</a:t>
            </a:r>
            <a:r>
              <a:rPr lang="cs-CZ" baseline="0" dirty="0"/>
              <a:t> </a:t>
            </a:r>
            <a:r>
              <a:rPr lang="cs-CZ" baseline="0" dirty="0" err="1"/>
              <a:t>skills</a:t>
            </a:r>
            <a:r>
              <a:rPr lang="cs-CZ" baseline="0" dirty="0"/>
              <a:t> </a:t>
            </a:r>
            <a:r>
              <a:rPr lang="cs-CZ" baseline="0" dirty="0" err="1"/>
              <a:t>usefull</a:t>
            </a:r>
            <a:r>
              <a:rPr lang="cs-CZ" baseline="0" dirty="0"/>
              <a:t> </a:t>
            </a:r>
            <a:r>
              <a:rPr lang="cs-CZ" baseline="0" dirty="0" err="1"/>
              <a:t>at</a:t>
            </a:r>
            <a:r>
              <a:rPr lang="cs-CZ" baseline="0" dirty="0"/>
              <a:t> </a:t>
            </a:r>
            <a:r>
              <a:rPr lang="cs-CZ" baseline="0" dirty="0" err="1"/>
              <a:t>workforce</a:t>
            </a:r>
            <a:r>
              <a:rPr lang="cs-CZ" baseline="0" dirty="0"/>
              <a:t> </a:t>
            </a:r>
            <a:r>
              <a:rPr lang="cs-CZ" baseline="0" dirty="0" err="1"/>
              <a:t>marked</a:t>
            </a:r>
            <a:endParaRPr lang="cs-CZ" baseline="0" dirty="0"/>
          </a:p>
          <a:p>
            <a:r>
              <a:rPr lang="cs-CZ" baseline="0" dirty="0"/>
              <a:t>O – </a:t>
            </a:r>
            <a:r>
              <a:rPr lang="cs-CZ" baseline="0" dirty="0" err="1"/>
              <a:t>government</a:t>
            </a:r>
            <a:endParaRPr lang="cs-CZ" baseline="0" dirty="0"/>
          </a:p>
          <a:p>
            <a:r>
              <a:rPr lang="cs-CZ" baseline="0" dirty="0"/>
              <a:t>E – </a:t>
            </a:r>
            <a:r>
              <a:rPr lang="cs-CZ" baseline="0" dirty="0" err="1"/>
              <a:t>marked</a:t>
            </a:r>
            <a:r>
              <a:rPr lang="cs-CZ" baseline="0" dirty="0"/>
              <a:t>, </a:t>
            </a:r>
            <a:r>
              <a:rPr lang="cs-CZ" baseline="0" dirty="0" err="1"/>
              <a:t>demography</a:t>
            </a:r>
            <a:r>
              <a:rPr lang="cs-CZ" baseline="0" dirty="0"/>
              <a:t>, natural </a:t>
            </a:r>
            <a:r>
              <a:rPr lang="cs-CZ" baseline="0" dirty="0" err="1"/>
              <a:t>constraints</a:t>
            </a:r>
            <a:r>
              <a:rPr lang="cs-CZ" baseline="0" dirty="0"/>
              <a:t> </a:t>
            </a:r>
            <a:r>
              <a:rPr lang="cs-CZ" baseline="0" dirty="0" err="1"/>
              <a:t>of</a:t>
            </a:r>
            <a:r>
              <a:rPr lang="cs-CZ" baseline="0" dirty="0"/>
              <a:t> inteligence (</a:t>
            </a:r>
            <a:r>
              <a:rPr lang="cs-CZ" baseline="0" dirty="0" err="1"/>
              <a:t>small</a:t>
            </a:r>
            <a:r>
              <a:rPr lang="cs-CZ" baseline="0" dirty="0"/>
              <a:t> </a:t>
            </a:r>
            <a:r>
              <a:rPr lang="cs-CZ" baseline="0" dirty="0" err="1"/>
              <a:t>number</a:t>
            </a:r>
            <a:r>
              <a:rPr lang="cs-CZ" baseline="0" dirty="0"/>
              <a:t> </a:t>
            </a:r>
            <a:r>
              <a:rPr lang="cs-CZ" baseline="0" dirty="0" err="1"/>
              <a:t>of</a:t>
            </a:r>
            <a:r>
              <a:rPr lang="cs-CZ" baseline="0" dirty="0"/>
              <a:t> </a:t>
            </a:r>
            <a:r>
              <a:rPr lang="cs-CZ" baseline="0" dirty="0" err="1"/>
              <a:t>people</a:t>
            </a:r>
            <a:r>
              <a:rPr lang="cs-CZ" baseline="0" dirty="0"/>
              <a:t> </a:t>
            </a:r>
            <a:r>
              <a:rPr lang="cs-CZ" baseline="0" dirty="0" err="1"/>
              <a:t>of</a:t>
            </a:r>
            <a:r>
              <a:rPr lang="cs-CZ" baseline="0" dirty="0"/>
              <a:t> </a:t>
            </a:r>
            <a:r>
              <a:rPr lang="cs-CZ" baseline="0" dirty="0" err="1"/>
              <a:t>appropriate</a:t>
            </a:r>
            <a:r>
              <a:rPr lang="cs-CZ" baseline="0" dirty="0"/>
              <a:t> </a:t>
            </a:r>
            <a:r>
              <a:rPr lang="cs-CZ" baseline="0" dirty="0" err="1"/>
              <a:t>age</a:t>
            </a:r>
            <a:r>
              <a:rPr lang="cs-CZ" baseline="0" dirty="0"/>
              <a:t> -&gt; </a:t>
            </a:r>
            <a:r>
              <a:rPr lang="cs-CZ" baseline="0" dirty="0" err="1"/>
              <a:t>small</a:t>
            </a:r>
            <a:r>
              <a:rPr lang="cs-CZ" baseline="0" dirty="0"/>
              <a:t> </a:t>
            </a:r>
            <a:r>
              <a:rPr lang="cs-CZ" baseline="0" dirty="0" err="1"/>
              <a:t>number</a:t>
            </a:r>
            <a:r>
              <a:rPr lang="cs-CZ" baseline="0" dirty="0"/>
              <a:t> </a:t>
            </a:r>
            <a:r>
              <a:rPr lang="cs-CZ" baseline="0" dirty="0" err="1"/>
              <a:t>of</a:t>
            </a:r>
            <a:r>
              <a:rPr lang="cs-CZ" baseline="0" dirty="0"/>
              <a:t> </a:t>
            </a:r>
            <a:r>
              <a:rPr lang="cs-CZ" baseline="0" dirty="0" err="1"/>
              <a:t>skilled</a:t>
            </a:r>
            <a:r>
              <a:rPr lang="cs-CZ" baseline="0" dirty="0"/>
              <a:t> </a:t>
            </a:r>
            <a:r>
              <a:rPr lang="cs-CZ" baseline="0" dirty="0" err="1"/>
              <a:t>students</a:t>
            </a:r>
            <a:r>
              <a:rPr lang="cs-CZ" baseline="0" dirty="0"/>
              <a:t>…)</a:t>
            </a:r>
          </a:p>
          <a:p>
            <a:endParaRPr lang="cs-CZ" baseline="0" dirty="0"/>
          </a:p>
          <a:p>
            <a:r>
              <a:rPr lang="en-US" sz="1200" b="0" i="1" kern="1200" dirty="0">
                <a:solidFill>
                  <a:schemeClr val="tx1"/>
                </a:solidFill>
                <a:effectLst/>
                <a:latin typeface="+mn-lt"/>
                <a:ea typeface="+mn-ea"/>
                <a:cs typeface="+mn-cs"/>
              </a:rPr>
              <a:t>The </a:t>
            </a:r>
            <a:r>
              <a:rPr lang="cs-CZ" sz="1200" b="0" i="1" kern="1200" dirty="0" err="1">
                <a:solidFill>
                  <a:schemeClr val="tx1"/>
                </a:solidFill>
                <a:effectLst/>
                <a:latin typeface="+mn-lt"/>
                <a:ea typeface="+mn-ea"/>
                <a:cs typeface="+mn-cs"/>
              </a:rPr>
              <a:t>education</a:t>
            </a:r>
            <a:r>
              <a:rPr lang="cs-CZ" sz="1200" b="0" i="1"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system is a system for ensuring</a:t>
            </a:r>
            <a:r>
              <a:rPr lang="cs-CZ" sz="1200" b="0" i="1" kern="1200" dirty="0">
                <a:solidFill>
                  <a:schemeClr val="tx1"/>
                </a:solidFill>
                <a:effectLst/>
                <a:latin typeface="+mn-lt"/>
                <a:ea typeface="+mn-ea"/>
                <a:cs typeface="+mn-cs"/>
              </a:rPr>
              <a:t>…</a:t>
            </a: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48</a:t>
            </a:fld>
            <a:endParaRPr lang="en-GB"/>
          </a:p>
        </p:txBody>
      </p:sp>
    </p:spTree>
    <p:extLst>
      <p:ext uri="{BB962C8B-B14F-4D97-AF65-F5344CB8AC3E}">
        <p14:creationId xmlns:p14="http://schemas.microsoft.com/office/powerpoint/2010/main" val="19881016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a:t>5-9 </a:t>
            </a:r>
            <a:r>
              <a:rPr lang="cs-CZ" dirty="0" err="1"/>
              <a:t>activities</a:t>
            </a:r>
            <a:endParaRPr lang="cs-CZ" dirty="0"/>
          </a:p>
          <a:p>
            <a:endParaRPr lang="cs-CZ" dirty="0"/>
          </a:p>
          <a:p>
            <a:r>
              <a:rPr lang="cs-CZ" dirty="0"/>
              <a:t>Monitoring </a:t>
            </a:r>
            <a:r>
              <a:rPr lang="cs-CZ" dirty="0" err="1"/>
              <a:t>the</a:t>
            </a:r>
            <a:r>
              <a:rPr lang="cs-CZ" dirty="0"/>
              <a:t> </a:t>
            </a:r>
            <a:r>
              <a:rPr lang="cs-CZ" dirty="0" err="1"/>
              <a:t>required</a:t>
            </a:r>
            <a:r>
              <a:rPr lang="cs-CZ" dirty="0"/>
              <a:t> </a:t>
            </a:r>
            <a:r>
              <a:rPr lang="cs-CZ" dirty="0" err="1"/>
              <a:t>skills</a:t>
            </a:r>
            <a:endParaRPr lang="cs-CZ" dirty="0"/>
          </a:p>
          <a:p>
            <a:r>
              <a:rPr lang="cs-CZ" dirty="0"/>
              <a:t>↓</a:t>
            </a:r>
          </a:p>
          <a:p>
            <a:r>
              <a:rPr lang="cs-CZ" dirty="0" err="1"/>
              <a:t>Identify</a:t>
            </a:r>
            <a:r>
              <a:rPr lang="cs-CZ" dirty="0"/>
              <a:t> </a:t>
            </a:r>
            <a:r>
              <a:rPr lang="cs-CZ" dirty="0" err="1"/>
              <a:t>the</a:t>
            </a:r>
            <a:r>
              <a:rPr lang="cs-CZ" dirty="0"/>
              <a:t> </a:t>
            </a:r>
            <a:r>
              <a:rPr lang="cs-CZ" dirty="0" err="1"/>
              <a:t>training</a:t>
            </a:r>
            <a:r>
              <a:rPr lang="cs-CZ" dirty="0"/>
              <a:t> </a:t>
            </a:r>
            <a:r>
              <a:rPr lang="cs-CZ" dirty="0" err="1"/>
              <a:t>needs</a:t>
            </a:r>
            <a:endParaRPr lang="cs-CZ" dirty="0"/>
          </a:p>
          <a:p>
            <a:r>
              <a:rPr lang="cs-CZ" dirty="0"/>
              <a:t>↓                                          ↘</a:t>
            </a:r>
          </a:p>
          <a:p>
            <a:r>
              <a:rPr lang="cs-CZ" dirty="0" err="1"/>
              <a:t>Adjust</a:t>
            </a:r>
            <a:r>
              <a:rPr lang="cs-CZ" dirty="0"/>
              <a:t> </a:t>
            </a:r>
            <a:r>
              <a:rPr lang="cs-CZ" dirty="0" err="1"/>
              <a:t>the</a:t>
            </a:r>
            <a:r>
              <a:rPr lang="cs-CZ" dirty="0"/>
              <a:t>                            </a:t>
            </a:r>
            <a:r>
              <a:rPr lang="cs-CZ" dirty="0" err="1"/>
              <a:t>Train</a:t>
            </a:r>
            <a:r>
              <a:rPr lang="cs-CZ" baseline="0" dirty="0"/>
              <a:t> </a:t>
            </a:r>
            <a:r>
              <a:rPr lang="cs-CZ" baseline="0" dirty="0" err="1"/>
              <a:t>the</a:t>
            </a:r>
            <a:r>
              <a:rPr lang="cs-CZ" baseline="0" dirty="0"/>
              <a:t> </a:t>
            </a:r>
            <a:r>
              <a:rPr lang="cs-CZ" baseline="0" dirty="0" err="1"/>
              <a:t>teachers</a:t>
            </a:r>
            <a:endParaRPr lang="cs-CZ" dirty="0"/>
          </a:p>
          <a:p>
            <a:r>
              <a:rPr lang="cs-CZ" dirty="0" err="1"/>
              <a:t>requirements</a:t>
            </a:r>
            <a:r>
              <a:rPr lang="cs-CZ" dirty="0"/>
              <a:t> on</a:t>
            </a:r>
            <a:r>
              <a:rPr lang="cs-CZ" baseline="0" dirty="0"/>
              <a:t> </a:t>
            </a:r>
            <a:r>
              <a:rPr lang="cs-CZ" baseline="0" dirty="0" err="1"/>
              <a:t>students</a:t>
            </a:r>
            <a:r>
              <a:rPr lang="cs-CZ" baseline="0" dirty="0"/>
              <a:t>         ↙</a:t>
            </a:r>
          </a:p>
          <a:p>
            <a:r>
              <a:rPr lang="cs-CZ" baseline="0" dirty="0"/>
              <a:t>                     ↘                         ↙</a:t>
            </a:r>
          </a:p>
          <a:p>
            <a:r>
              <a:rPr lang="cs-CZ" baseline="0" dirty="0"/>
              <a:t>             </a:t>
            </a:r>
            <a:r>
              <a:rPr lang="cs-CZ" baseline="0" dirty="0" err="1"/>
              <a:t>Studey</a:t>
            </a:r>
            <a:r>
              <a:rPr lang="cs-CZ" baseline="0" dirty="0"/>
              <a:t>/</a:t>
            </a:r>
            <a:r>
              <a:rPr lang="cs-CZ" baseline="0" dirty="0" err="1"/>
              <a:t>teach</a:t>
            </a:r>
            <a:r>
              <a:rPr lang="cs-CZ" baseline="0" dirty="0"/>
              <a:t> </a:t>
            </a:r>
            <a:r>
              <a:rPr lang="cs-CZ" baseline="0" dirty="0" err="1"/>
              <a:t>the</a:t>
            </a:r>
            <a:r>
              <a:rPr lang="cs-CZ" baseline="0" dirty="0"/>
              <a:t> </a:t>
            </a:r>
            <a:r>
              <a:rPr lang="cs-CZ" baseline="0" dirty="0" err="1"/>
              <a:t>appropriate</a:t>
            </a:r>
            <a:r>
              <a:rPr lang="cs-CZ" baseline="0" dirty="0"/>
              <a:t> </a:t>
            </a:r>
            <a:r>
              <a:rPr lang="cs-CZ" baseline="0" dirty="0" err="1"/>
              <a:t>topics</a:t>
            </a:r>
            <a:r>
              <a:rPr lang="cs-CZ" baseline="0" dirty="0"/>
              <a:t>        ←         </a:t>
            </a:r>
            <a:r>
              <a:rPr lang="cs-CZ" baseline="0" dirty="0" err="1"/>
              <a:t>Identify</a:t>
            </a:r>
            <a:r>
              <a:rPr lang="cs-CZ" baseline="0" dirty="0"/>
              <a:t> </a:t>
            </a:r>
            <a:r>
              <a:rPr lang="cs-CZ" baseline="0" dirty="0" err="1"/>
              <a:t>the</a:t>
            </a:r>
            <a:r>
              <a:rPr lang="cs-CZ" baseline="0" dirty="0"/>
              <a:t> materiál support</a:t>
            </a:r>
          </a:p>
          <a:p>
            <a:r>
              <a:rPr lang="cs-CZ" baseline="0" dirty="0"/>
              <a:t>                                     ↓</a:t>
            </a:r>
          </a:p>
          <a:p>
            <a:r>
              <a:rPr lang="cs-CZ" baseline="0" dirty="0"/>
              <a:t>                      </a:t>
            </a:r>
            <a:r>
              <a:rPr lang="cs-CZ" baseline="0" dirty="0" err="1"/>
              <a:t>Prepare</a:t>
            </a:r>
            <a:r>
              <a:rPr lang="cs-CZ" baseline="0" dirty="0"/>
              <a:t> </a:t>
            </a:r>
            <a:r>
              <a:rPr lang="cs-CZ" baseline="0" dirty="0" err="1"/>
              <a:t>the</a:t>
            </a:r>
            <a:r>
              <a:rPr lang="cs-CZ" baseline="0" dirty="0"/>
              <a:t> </a:t>
            </a:r>
            <a:r>
              <a:rPr lang="cs-CZ" baseline="0" dirty="0" err="1"/>
              <a:t>graduate</a:t>
            </a: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49</a:t>
            </a:fld>
            <a:endParaRPr lang="en-GB"/>
          </a:p>
        </p:txBody>
      </p:sp>
    </p:spTree>
    <p:extLst>
      <p:ext uri="{BB962C8B-B14F-4D97-AF65-F5344CB8AC3E}">
        <p14:creationId xmlns:p14="http://schemas.microsoft.com/office/powerpoint/2010/main" val="4521285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err="1"/>
              <a:t>Criticism</a:t>
            </a:r>
            <a:r>
              <a:rPr lang="cs-CZ" dirty="0"/>
              <a:t> </a:t>
            </a:r>
            <a:r>
              <a:rPr lang="cs-CZ" dirty="0" err="1"/>
              <a:t>of</a:t>
            </a:r>
            <a:r>
              <a:rPr lang="cs-CZ" dirty="0"/>
              <a:t> Soft OR </a:t>
            </a:r>
            <a:r>
              <a:rPr lang="cs-CZ" dirty="0" err="1"/>
              <a:t>and</a:t>
            </a:r>
            <a:r>
              <a:rPr lang="cs-CZ" dirty="0"/>
              <a:t> SSM</a:t>
            </a:r>
          </a:p>
          <a:p>
            <a:pPr>
              <a:buFontTx/>
              <a:buChar char="-"/>
            </a:pPr>
            <a:r>
              <a:rPr lang="cs-CZ" dirty="0" err="1"/>
              <a:t>Consensus</a:t>
            </a:r>
            <a:r>
              <a:rPr lang="cs-CZ" dirty="0"/>
              <a:t> </a:t>
            </a:r>
            <a:r>
              <a:rPr lang="cs-CZ" dirty="0" err="1"/>
              <a:t>does</a:t>
            </a:r>
            <a:r>
              <a:rPr lang="cs-CZ" dirty="0"/>
              <a:t> not </a:t>
            </a:r>
            <a:r>
              <a:rPr lang="cs-CZ" dirty="0" err="1"/>
              <a:t>mean</a:t>
            </a:r>
            <a:r>
              <a:rPr lang="cs-CZ" dirty="0"/>
              <a:t> </a:t>
            </a:r>
            <a:r>
              <a:rPr lang="cs-CZ" dirty="0" err="1"/>
              <a:t>the</a:t>
            </a:r>
            <a:r>
              <a:rPr lang="cs-CZ" dirty="0"/>
              <a:t> </a:t>
            </a:r>
            <a:r>
              <a:rPr lang="cs-CZ" dirty="0" err="1"/>
              <a:t>right</a:t>
            </a:r>
            <a:r>
              <a:rPr lang="cs-CZ" dirty="0"/>
              <a:t> </a:t>
            </a:r>
            <a:r>
              <a:rPr lang="cs-CZ" dirty="0" err="1"/>
              <a:t>way</a:t>
            </a:r>
            <a:r>
              <a:rPr lang="cs-CZ" dirty="0"/>
              <a:t>.</a:t>
            </a:r>
          </a:p>
          <a:p>
            <a:pPr>
              <a:buFontTx/>
              <a:buChar char="-"/>
            </a:pP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50</a:t>
            </a:fld>
            <a:endParaRPr lang="en-GB"/>
          </a:p>
        </p:txBody>
      </p:sp>
    </p:spTree>
    <p:extLst>
      <p:ext uri="{BB962C8B-B14F-4D97-AF65-F5344CB8AC3E}">
        <p14:creationId xmlns:p14="http://schemas.microsoft.com/office/powerpoint/2010/main" val="8898910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a:t>Přirovnání</a:t>
            </a:r>
            <a:r>
              <a:rPr lang="cs-CZ" baseline="0" dirty="0"/>
              <a:t> k náboženství (respektive to umí přebrat případné negativní vlastnosti některých církví :-D)</a:t>
            </a:r>
          </a:p>
          <a:p>
            <a:r>
              <a:rPr lang="en-US" sz="1200" b="0" i="0" kern="1200" dirty="0">
                <a:solidFill>
                  <a:schemeClr val="tx1"/>
                </a:solidFill>
                <a:effectLst/>
                <a:latin typeface="+mn-lt"/>
                <a:ea typeface="+mn-ea"/>
                <a:cs typeface="+mn-cs"/>
              </a:rPr>
              <a:t>Soft OR is still relatively controversial. In many respects soft OR has taken on some of the attributes of a religion:</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it has adherents and followers (</a:t>
            </a:r>
            <a:r>
              <a:rPr lang="en-US" sz="1200" b="1" i="0" kern="1200" dirty="0">
                <a:solidFill>
                  <a:schemeClr val="tx1"/>
                </a:solidFill>
                <a:effectLst/>
                <a:latin typeface="+mn-lt"/>
                <a:ea typeface="+mn-ea"/>
                <a:cs typeface="+mn-cs"/>
              </a:rPr>
              <a:t>believers</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believers believe that soft OR is "</a:t>
            </a:r>
            <a:r>
              <a:rPr lang="en-US" sz="1200" b="1" i="0" kern="1200" dirty="0">
                <a:solidFill>
                  <a:schemeClr val="tx1"/>
                </a:solidFill>
                <a:effectLst/>
                <a:latin typeface="+mn-lt"/>
                <a:ea typeface="+mn-ea"/>
                <a:cs typeface="+mn-cs"/>
              </a:rPr>
              <a:t>the one true way</a:t>
            </a:r>
            <a:r>
              <a:rPr lang="en-US" sz="1200" b="0" i="0" kern="1200" dirty="0">
                <a:solidFill>
                  <a:schemeClr val="tx1"/>
                </a:solidFill>
                <a:effectLst/>
                <a:latin typeface="+mn-lt"/>
                <a:ea typeface="+mn-ea"/>
                <a:cs typeface="+mn-cs"/>
              </a:rPr>
              <a:t>", all other ways are wrong</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believers attack (verbally) non-believers in the scientific press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believers often want to "change the world for the better", this often manifests itself in a desire to use soft OR to impact upon strategic/social issues</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belief is based on faith rather than evidence</a:t>
            </a:r>
          </a:p>
          <a:p>
            <a:pPr>
              <a:buFontTx/>
              <a:buChar char="-"/>
            </a:pP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51</a:t>
            </a:fld>
            <a:endParaRPr lang="en-GB"/>
          </a:p>
        </p:txBody>
      </p:sp>
    </p:spTree>
    <p:extLst>
      <p:ext uri="{BB962C8B-B14F-4D97-AF65-F5344CB8AC3E}">
        <p14:creationId xmlns:p14="http://schemas.microsoft.com/office/powerpoint/2010/main" val="41140084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normAutofit/>
          </a:bodyPr>
          <a:lstStyle/>
          <a:p>
            <a:r>
              <a:rPr lang="cs-CZ" dirty="0"/>
              <a:t>Přirovnání</a:t>
            </a:r>
            <a:r>
              <a:rPr lang="cs-CZ" baseline="0" dirty="0"/>
              <a:t> k náboženství (respektive to umí přebrat případné negativní vlastnosti některých církví :-D)</a:t>
            </a:r>
          </a:p>
          <a:p>
            <a:r>
              <a:rPr lang="en-US" sz="1200" b="0" i="0" kern="1200" dirty="0">
                <a:solidFill>
                  <a:schemeClr val="tx1"/>
                </a:solidFill>
                <a:effectLst/>
                <a:latin typeface="+mn-lt"/>
                <a:ea typeface="+mn-ea"/>
                <a:cs typeface="+mn-cs"/>
              </a:rPr>
              <a:t>Soft OR is still relatively controversial. In many respects soft OR has taken on some of the attributes of a religion:</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it has adherents and followers (</a:t>
            </a:r>
            <a:r>
              <a:rPr lang="en-US" sz="1200" b="1" i="0" kern="1200" dirty="0">
                <a:solidFill>
                  <a:schemeClr val="tx1"/>
                </a:solidFill>
                <a:effectLst/>
                <a:latin typeface="+mn-lt"/>
                <a:ea typeface="+mn-ea"/>
                <a:cs typeface="+mn-cs"/>
              </a:rPr>
              <a:t>believers</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believers believe that soft OR is "</a:t>
            </a:r>
            <a:r>
              <a:rPr lang="en-US" sz="1200" b="1" i="0" kern="1200" dirty="0">
                <a:solidFill>
                  <a:schemeClr val="tx1"/>
                </a:solidFill>
                <a:effectLst/>
                <a:latin typeface="+mn-lt"/>
                <a:ea typeface="+mn-ea"/>
                <a:cs typeface="+mn-cs"/>
              </a:rPr>
              <a:t>the one true way</a:t>
            </a:r>
            <a:r>
              <a:rPr lang="en-US" sz="1200" b="0" i="0" kern="1200" dirty="0">
                <a:solidFill>
                  <a:schemeClr val="tx1"/>
                </a:solidFill>
                <a:effectLst/>
                <a:latin typeface="+mn-lt"/>
                <a:ea typeface="+mn-ea"/>
                <a:cs typeface="+mn-cs"/>
              </a:rPr>
              <a:t>", all other ways are wrong</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believers attack (verbally) non-believers in the scientific press</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believers often want to "change the world for the better", this often manifests itself in a desire to use soft OR to impact upon strategic/social issues</a:t>
            </a:r>
          </a:p>
          <a:p>
            <a:pPr marL="171450" indent="-171450">
              <a:buFont typeface="Arial" panose="020B0604020202020204" pitchFamily="34" charset="0"/>
              <a:buChar char="•"/>
            </a:pPr>
            <a:r>
              <a:rPr lang="en-US" sz="1200" b="1" i="0" kern="1200" dirty="0">
                <a:solidFill>
                  <a:schemeClr val="tx1"/>
                </a:solidFill>
                <a:effectLst/>
                <a:latin typeface="+mn-lt"/>
                <a:ea typeface="+mn-ea"/>
                <a:cs typeface="+mn-cs"/>
              </a:rPr>
              <a:t>belief is based on faith rather than evidence</a:t>
            </a:r>
          </a:p>
          <a:p>
            <a:pPr>
              <a:buFontTx/>
              <a:buChar char="-"/>
            </a:pPr>
            <a:endParaRPr lang="cs-CZ" dirty="0"/>
          </a:p>
        </p:txBody>
      </p:sp>
      <p:sp>
        <p:nvSpPr>
          <p:cNvPr id="4" name="Zástupný symbol pro číslo snímku 3"/>
          <p:cNvSpPr>
            <a:spLocks noGrp="1"/>
          </p:cNvSpPr>
          <p:nvPr>
            <p:ph type="sldNum" sz="quarter" idx="10"/>
          </p:nvPr>
        </p:nvSpPr>
        <p:spPr/>
        <p:txBody>
          <a:bodyPr/>
          <a:lstStyle/>
          <a:p>
            <a:fld id="{2F931F19-2CCB-4CD0-A569-BC4C390A5EE6}" type="slidenum">
              <a:rPr lang="en-GB" smtClean="0"/>
              <a:pPr/>
              <a:t>52</a:t>
            </a:fld>
            <a:endParaRPr lang="en-GB"/>
          </a:p>
        </p:txBody>
      </p:sp>
    </p:spTree>
    <p:extLst>
      <p:ext uri="{BB962C8B-B14F-4D97-AF65-F5344CB8AC3E}">
        <p14:creationId xmlns:p14="http://schemas.microsoft.com/office/powerpoint/2010/main" val="14527586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Úvodní snímek 1">
    <p:spTree>
      <p:nvGrpSpPr>
        <p:cNvPr id="1" name=""/>
        <p:cNvGrpSpPr/>
        <p:nvPr/>
      </p:nvGrpSpPr>
      <p:grpSpPr>
        <a:xfrm>
          <a:off x="0" y="0"/>
          <a:ext cx="0" cy="0"/>
          <a:chOff x="0" y="0"/>
          <a:chExt cx="0" cy="0"/>
        </a:xfrm>
      </p:grpSpPr>
      <p:sp>
        <p:nvSpPr>
          <p:cNvPr id="19" name="Zástupný symbol pro text 3">
            <a:extLst>
              <a:ext uri="{FF2B5EF4-FFF2-40B4-BE49-F238E27FC236}">
                <a16:creationId xmlns:a16="http://schemas.microsoft.com/office/drawing/2014/main" id="{3E1E80FF-CDE1-4659-A50D-18C8BA37347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28/10/2024</a:t>
            </a:fld>
            <a:endParaRPr lang="en-GB" noProof="0"/>
          </a:p>
        </p:txBody>
      </p:sp>
      <p:sp>
        <p:nvSpPr>
          <p:cNvPr id="10" name="Obdélník 9">
            <a:extLst>
              <a:ext uri="{FF2B5EF4-FFF2-40B4-BE49-F238E27FC236}">
                <a16:creationId xmlns:a16="http://schemas.microsoft.com/office/drawing/2014/main" id="{024B457C-E1CC-4DF8-B068-F9E0D15995C0}"/>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2" name="TextovéPole 11">
            <a:extLst>
              <a:ext uri="{FF2B5EF4-FFF2-40B4-BE49-F238E27FC236}">
                <a16:creationId xmlns:a16="http://schemas.microsoft.com/office/drawing/2014/main" id="{903BDD9C-B482-4C8C-BAAA-47D61575D20D}"/>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7" name="Zástupný symbol obrázku 3">
            <a:extLst>
              <a:ext uri="{FF2B5EF4-FFF2-40B4-BE49-F238E27FC236}">
                <a16:creationId xmlns:a16="http://schemas.microsoft.com/office/drawing/2014/main" id="{81CEE838-8921-437D-853F-408EC4B07EB5}"/>
              </a:ext>
            </a:extLst>
          </p:cNvPr>
          <p:cNvSpPr>
            <a:spLocks noGrp="1"/>
          </p:cNvSpPr>
          <p:nvPr>
            <p:ph type="pic" sz="quarter" idx="10"/>
          </p:nvPr>
        </p:nvSpPr>
        <p:spPr>
          <a:xfrm>
            <a:off x="0" y="0"/>
            <a:ext cx="9144000" cy="5334000"/>
          </a:xfrm>
          <a:prstGeom prst="rect">
            <a:avLst/>
          </a:prstGeom>
        </p:spPr>
        <p:txBody>
          <a:bodyPr lIns="180000" tIns="180000" rIns="180000" bIns="180000"/>
          <a:lstStyle/>
          <a:p>
            <a:r>
              <a:rPr lang="cs-CZ"/>
              <a:t>Kliknutím na ikonu přidáte obrázek.</a:t>
            </a:r>
            <a:endParaRPr lang="cs-CZ" dirty="0"/>
          </a:p>
        </p:txBody>
      </p:sp>
      <p:sp>
        <p:nvSpPr>
          <p:cNvPr id="21" name="Zástupný symbol pro text 4">
            <a:extLst>
              <a:ext uri="{FF2B5EF4-FFF2-40B4-BE49-F238E27FC236}">
                <a16:creationId xmlns:a16="http://schemas.microsoft.com/office/drawing/2014/main" id="{E690251E-0C52-4982-8171-60DC0B794B2A}"/>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1" name="Obrázek 10" descr="Obsah obrázku text&#10;&#10;Popis byl vytvořen automaticky">
            <a:extLst>
              <a:ext uri="{FF2B5EF4-FFF2-40B4-BE49-F238E27FC236}">
                <a16:creationId xmlns:a16="http://schemas.microsoft.com/office/drawing/2014/main" id="{7E8A1E33-5B28-2C43-AFFB-11AF0DAF4AE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707737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Úvodní snímek 2">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 y="0"/>
            <a:ext cx="9142206" cy="535200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28/10/2024</a:t>
            </a:fld>
            <a:endParaRPr lang="en-GB" noProof="0"/>
          </a:p>
        </p:txBody>
      </p:sp>
      <p:sp>
        <p:nvSpPr>
          <p:cNvPr id="14" name="Obdélník 13">
            <a:extLst>
              <a:ext uri="{FF2B5EF4-FFF2-40B4-BE49-F238E27FC236}">
                <a16:creationId xmlns:a16="http://schemas.microsoft.com/office/drawing/2014/main" id="{701651B9-8DB1-4417-B27C-E73923C98BA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8B6B0297-ABC7-F84B-85A8-4DFECC7F51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4230841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Úvodní snímek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4CF31F7D-C775-4367-BA11-D7AC535234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44000" cy="5353050"/>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28/10/2024</a:t>
            </a:fld>
            <a:endParaRPr lang="en-GB" noProof="0"/>
          </a:p>
        </p:txBody>
      </p:sp>
      <p:sp>
        <p:nvSpPr>
          <p:cNvPr id="19" name="Obdélník 18">
            <a:extLst>
              <a:ext uri="{FF2B5EF4-FFF2-40B4-BE49-F238E27FC236}">
                <a16:creationId xmlns:a16="http://schemas.microsoft.com/office/drawing/2014/main" id="{A5FBF3AD-5E16-47E0-9F0F-471206626283}"/>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22" name="TextovéPole 21">
            <a:extLst>
              <a:ext uri="{FF2B5EF4-FFF2-40B4-BE49-F238E27FC236}">
                <a16:creationId xmlns:a16="http://schemas.microsoft.com/office/drawing/2014/main" id="{1DDA62E2-FE7A-4AFA-8044-1ED14126E701}"/>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4">
            <a:extLst>
              <a:ext uri="{FF2B5EF4-FFF2-40B4-BE49-F238E27FC236}">
                <a16:creationId xmlns:a16="http://schemas.microsoft.com/office/drawing/2014/main" id="{7602487F-3C29-4D79-9418-0A036B9FED09}"/>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sp>
        <p:nvSpPr>
          <p:cNvPr id="14" name="Zástupný symbol pro text 3">
            <a:extLst>
              <a:ext uri="{FF2B5EF4-FFF2-40B4-BE49-F238E27FC236}">
                <a16:creationId xmlns:a16="http://schemas.microsoft.com/office/drawing/2014/main" id="{F844F9EC-3F8E-4C04-9939-5FE5833C6270}"/>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61B65073-2151-4C4E-9C3C-651867FC29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3088246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Úvodní snímek 4">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9143999"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28/10/2024</a:t>
            </a:fld>
            <a:endParaRPr lang="en-GB" noProof="0"/>
          </a:p>
        </p:txBody>
      </p:sp>
      <p:sp>
        <p:nvSpPr>
          <p:cNvPr id="19" name="Obdélník 18">
            <a:extLst>
              <a:ext uri="{FF2B5EF4-FFF2-40B4-BE49-F238E27FC236}">
                <a16:creationId xmlns:a16="http://schemas.microsoft.com/office/drawing/2014/main" id="{CD5BF138-FAF5-4C22-A496-6023824A818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22" name="TextovéPole 21">
            <a:extLst>
              <a:ext uri="{FF2B5EF4-FFF2-40B4-BE49-F238E27FC236}">
                <a16:creationId xmlns:a16="http://schemas.microsoft.com/office/drawing/2014/main" id="{576E8AF4-6C04-4AD5-A275-DAF437588F3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75E6743E-3013-43C0-BCEE-F198C0D12E42}"/>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4" name="Zástupný symbol pro text 4">
            <a:extLst>
              <a:ext uri="{FF2B5EF4-FFF2-40B4-BE49-F238E27FC236}">
                <a16:creationId xmlns:a16="http://schemas.microsoft.com/office/drawing/2014/main" id="{67A4E56B-2C18-40EB-A1CF-C76A3F36BEBA}"/>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2" name="Obrázek 11" descr="Obsah obrázku text&#10;&#10;Popis byl vytvořen automaticky">
            <a:extLst>
              <a:ext uri="{FF2B5EF4-FFF2-40B4-BE49-F238E27FC236}">
                <a16:creationId xmlns:a16="http://schemas.microsoft.com/office/drawing/2014/main" id="{227D3A48-039E-724E-82EF-4F01CA8E06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1733675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Úvodní snímek 5">
    <p:spTree>
      <p:nvGrpSpPr>
        <p:cNvPr id="1" name=""/>
        <p:cNvGrpSpPr/>
        <p:nvPr/>
      </p:nvGrpSpPr>
      <p:grpSpPr>
        <a:xfrm>
          <a:off x="0" y="0"/>
          <a:ext cx="0" cy="0"/>
          <a:chOff x="0" y="0"/>
          <a:chExt cx="0" cy="0"/>
        </a:xfrm>
      </p:grpSpPr>
      <p:pic>
        <p:nvPicPr>
          <p:cNvPr id="3" name="Obrázek 2">
            <a:extLst>
              <a:ext uri="{FF2B5EF4-FFF2-40B4-BE49-F238E27FC236}">
                <a16:creationId xmlns:a16="http://schemas.microsoft.com/office/drawing/2014/main" id="{25A95B17-73AF-43C9-B939-77EAE90718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9144000" cy="5353049"/>
          </a:xfrm>
          <a:prstGeom prst="rect">
            <a:avLst/>
          </a:prstGeom>
        </p:spPr>
      </p:pic>
      <p:sp>
        <p:nvSpPr>
          <p:cNvPr id="13" name="Date Placeholder 3">
            <a:extLst>
              <a:ext uri="{FF2B5EF4-FFF2-40B4-BE49-F238E27FC236}">
                <a16:creationId xmlns:a16="http://schemas.microsoft.com/office/drawing/2014/main" id="{44755B8E-77DD-4F71-9CD0-611770504CDF}"/>
              </a:ext>
            </a:extLst>
          </p:cNvPr>
          <p:cNvSpPr>
            <a:spLocks noGrp="1"/>
          </p:cNvSpPr>
          <p:nvPr>
            <p:ph type="dt" sz="half" idx="2"/>
          </p:nvPr>
        </p:nvSpPr>
        <p:spPr>
          <a:xfrm>
            <a:off x="7232400" y="6350001"/>
            <a:ext cx="1371600" cy="507999"/>
          </a:xfrm>
          <a:prstGeom prst="rect">
            <a:avLst/>
          </a:prstGeom>
        </p:spPr>
        <p:txBody>
          <a:bodyPr vert="horz" lIns="0" tIns="0" rIns="0" bIns="0" rtlCol="0" anchor="ctr"/>
          <a:lstStyle>
            <a:lvl1pPr algn="r">
              <a:defRPr sz="900">
                <a:solidFill>
                  <a:schemeClr val="tx1">
                    <a:tint val="75000"/>
                  </a:schemeClr>
                </a:solidFill>
                <a:latin typeface="Roboto" panose="02000000000000000000" pitchFamily="2" charset="0"/>
                <a:ea typeface="Roboto" panose="02000000000000000000" pitchFamily="2" charset="0"/>
              </a:defRPr>
            </a:lvl1pPr>
          </a:lstStyle>
          <a:p>
            <a:fld id="{7DBC9D3B-B00F-4DF2-A530-C9E5BC8837BB}" type="datetimeFigureOut">
              <a:rPr lang="en-GB" noProof="0" smtClean="0"/>
              <a:pPr/>
              <a:t>28/10/2024</a:t>
            </a:fld>
            <a:endParaRPr lang="en-GB" noProof="0"/>
          </a:p>
        </p:txBody>
      </p:sp>
      <p:sp>
        <p:nvSpPr>
          <p:cNvPr id="14" name="Obdélník 13">
            <a:extLst>
              <a:ext uri="{FF2B5EF4-FFF2-40B4-BE49-F238E27FC236}">
                <a16:creationId xmlns:a16="http://schemas.microsoft.com/office/drawing/2014/main" id="{701651B9-8DB1-4417-B27C-E73923C98BA2}"/>
              </a:ext>
            </a:extLst>
          </p:cNvPr>
          <p:cNvSpPr/>
          <p:nvPr/>
        </p:nvSpPr>
        <p:spPr>
          <a:xfrm>
            <a:off x="1" y="5334000"/>
            <a:ext cx="9144000" cy="1016000"/>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cs-CZ" sz="2025" dirty="0"/>
          </a:p>
        </p:txBody>
      </p:sp>
      <p:sp>
        <p:nvSpPr>
          <p:cNvPr id="19" name="TextovéPole 18">
            <a:extLst>
              <a:ext uri="{FF2B5EF4-FFF2-40B4-BE49-F238E27FC236}">
                <a16:creationId xmlns:a16="http://schemas.microsoft.com/office/drawing/2014/main" id="{EC0724D5-0E83-4994-8DB9-7A30BDB88977}"/>
              </a:ext>
            </a:extLst>
          </p:cNvPr>
          <p:cNvSpPr txBox="1"/>
          <p:nvPr/>
        </p:nvSpPr>
        <p:spPr>
          <a:xfrm>
            <a:off x="540000" y="6385254"/>
            <a:ext cx="3075419" cy="276999"/>
          </a:xfrm>
          <a:prstGeom prst="rect">
            <a:avLst/>
          </a:prstGeom>
          <a:noFill/>
        </p:spPr>
        <p:txBody>
          <a:bodyPr wrap="square" lIns="0" tIns="0" rIns="0" bIns="0" rtlCol="0">
            <a:spAutoFit/>
          </a:bodyPr>
          <a:lstStyle/>
          <a:p>
            <a:r>
              <a:rPr lang="cs-CZ" sz="1800" dirty="0" err="1">
                <a:solidFill>
                  <a:srgbClr val="C80C0F"/>
                </a:solidFill>
              </a:rPr>
              <a:t>pef.czu.cz</a:t>
            </a:r>
            <a:endParaRPr lang="cs-CZ" sz="1800" dirty="0">
              <a:solidFill>
                <a:srgbClr val="C80C0F"/>
              </a:solidFill>
            </a:endParaRPr>
          </a:p>
        </p:txBody>
      </p:sp>
      <p:sp>
        <p:nvSpPr>
          <p:cNvPr id="10" name="Zástupný symbol pro text 3">
            <a:extLst>
              <a:ext uri="{FF2B5EF4-FFF2-40B4-BE49-F238E27FC236}">
                <a16:creationId xmlns:a16="http://schemas.microsoft.com/office/drawing/2014/main" id="{8B80490D-70E9-4F37-B670-B92332575E28}"/>
              </a:ext>
            </a:extLst>
          </p:cNvPr>
          <p:cNvSpPr>
            <a:spLocks noGrp="1"/>
          </p:cNvSpPr>
          <p:nvPr>
            <p:ph type="body" sz="quarter" idx="12"/>
          </p:nvPr>
        </p:nvSpPr>
        <p:spPr>
          <a:xfrm>
            <a:off x="722376" y="1116698"/>
            <a:ext cx="7699248" cy="2904067"/>
          </a:xfrm>
          <a:prstGeom prst="rect">
            <a:avLst/>
          </a:prstGeom>
        </p:spPr>
        <p:txBody>
          <a:bodyPr anchor="ctr" anchorCtr="0">
            <a:normAutofit/>
          </a:bodyPr>
          <a:lstStyle>
            <a:lvl1pPr marL="0" indent="0" algn="ctr">
              <a:lnSpc>
                <a:spcPct val="100000"/>
              </a:lnSpc>
              <a:spcBef>
                <a:spcPts val="0"/>
              </a:spcBef>
              <a:buNone/>
              <a:defRPr sz="48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11" name="Zástupný symbol pro text 4">
            <a:extLst>
              <a:ext uri="{FF2B5EF4-FFF2-40B4-BE49-F238E27FC236}">
                <a16:creationId xmlns:a16="http://schemas.microsoft.com/office/drawing/2014/main" id="{C22D2AE3-7756-458C-8A84-0DE8F08D476D}"/>
              </a:ext>
            </a:extLst>
          </p:cNvPr>
          <p:cNvSpPr>
            <a:spLocks noGrp="1"/>
          </p:cNvSpPr>
          <p:nvPr>
            <p:ph type="body" sz="quarter" idx="11"/>
          </p:nvPr>
        </p:nvSpPr>
        <p:spPr>
          <a:xfrm>
            <a:off x="3043719" y="4403630"/>
            <a:ext cx="3056562" cy="652774"/>
          </a:xfrm>
          <a:prstGeom prst="rect">
            <a:avLst/>
          </a:prstGeom>
        </p:spPr>
        <p:txBody>
          <a:bodyPr/>
          <a:lstStyle>
            <a:lvl1pPr marL="0" indent="0" algn="ctr">
              <a:buNone/>
              <a:defRPr sz="1600">
                <a:solidFill>
                  <a:schemeClr val="bg1"/>
                </a:solidFill>
                <a:effectLst>
                  <a:glow rad="139700">
                    <a:schemeClr val="tx1">
                      <a:lumMod val="65000"/>
                      <a:lumOff val="35000"/>
                      <a:alpha val="40000"/>
                    </a:schemeClr>
                  </a:glow>
                </a:effectLst>
                <a:latin typeface="Roboto Medium" panose="02000000000000000000" pitchFamily="2" charset="0"/>
                <a:ea typeface="Roboto Medium" panose="02000000000000000000" pitchFamily="2" charset="0"/>
              </a:defRPr>
            </a:lvl1pPr>
          </a:lstStyle>
          <a:p>
            <a:pPr lvl="0"/>
            <a:r>
              <a:rPr lang="cs-CZ"/>
              <a:t>Po kliknutí můžete upravovat styly textu v předloze.</a:t>
            </a:r>
          </a:p>
        </p:txBody>
      </p:sp>
      <p:pic>
        <p:nvPicPr>
          <p:cNvPr id="15" name="Obrázek 14" descr="Obsah obrázku text&#10;&#10;Popis byl vytvořen automaticky">
            <a:extLst>
              <a:ext uri="{FF2B5EF4-FFF2-40B4-BE49-F238E27FC236}">
                <a16:creationId xmlns:a16="http://schemas.microsoft.com/office/drawing/2014/main" id="{E19424E9-4DDB-CF40-92C3-F70E307154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0383" y="5220547"/>
            <a:ext cx="2963468" cy="1288800"/>
          </a:xfrm>
          <a:prstGeom prst="rect">
            <a:avLst/>
          </a:prstGeom>
        </p:spPr>
      </p:pic>
    </p:spTree>
    <p:extLst>
      <p:ext uri="{BB962C8B-B14F-4D97-AF65-F5344CB8AC3E}">
        <p14:creationId xmlns:p14="http://schemas.microsoft.com/office/powerpoint/2010/main" val="3155841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ddíl - Předěl - Kapitola 1">
    <p:spTree>
      <p:nvGrpSpPr>
        <p:cNvPr id="1" name=""/>
        <p:cNvGrpSpPr/>
        <p:nvPr/>
      </p:nvGrpSpPr>
      <p:grpSpPr>
        <a:xfrm>
          <a:off x="0" y="0"/>
          <a:ext cx="0" cy="0"/>
          <a:chOff x="0" y="0"/>
          <a:chExt cx="0" cy="0"/>
        </a:xfrm>
      </p:grpSpPr>
      <p:pic>
        <p:nvPicPr>
          <p:cNvPr id="3" name="Obrázek 2" descr="Obsah obrázku text&#10;&#10;Popis byl vytvořen automaticky">
            <a:extLst>
              <a:ext uri="{FF2B5EF4-FFF2-40B4-BE49-F238E27FC236}">
                <a16:creationId xmlns:a16="http://schemas.microsoft.com/office/drawing/2014/main" id="{93899535-AA89-8F4E-97C4-9FA4F0DD5E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500063" y="724896"/>
            <a:ext cx="8143875" cy="5408208"/>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6" name="Zástupný symbol pro text 3">
            <a:extLst>
              <a:ext uri="{FF2B5EF4-FFF2-40B4-BE49-F238E27FC236}">
                <a16:creationId xmlns:a16="http://schemas.microsoft.com/office/drawing/2014/main" id="{137FF405-C523-4C6D-A210-824A893F5307}"/>
              </a:ext>
            </a:extLst>
          </p:cNvPr>
          <p:cNvSpPr>
            <a:spLocks noGrp="1"/>
          </p:cNvSpPr>
          <p:nvPr>
            <p:ph type="body" sz="quarter" idx="12"/>
          </p:nvPr>
        </p:nvSpPr>
        <p:spPr>
          <a:xfrm>
            <a:off x="814388" y="2899075"/>
            <a:ext cx="7522369"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1680687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ddíl - Předěl - Kapitola 2">
    <p:spTree>
      <p:nvGrpSpPr>
        <p:cNvPr id="1" name=""/>
        <p:cNvGrpSpPr/>
        <p:nvPr/>
      </p:nvGrpSpPr>
      <p:grpSpPr>
        <a:xfrm>
          <a:off x="0" y="0"/>
          <a:ext cx="0" cy="0"/>
          <a:chOff x="0" y="0"/>
          <a:chExt cx="0" cy="0"/>
        </a:xfrm>
      </p:grpSpPr>
      <p:pic>
        <p:nvPicPr>
          <p:cNvPr id="5" name="Obrázek 4" descr="Obsah obrázku text&#10;&#10;Popis byl vytvořen automaticky">
            <a:extLst>
              <a:ext uri="{FF2B5EF4-FFF2-40B4-BE49-F238E27FC236}">
                <a16:creationId xmlns:a16="http://schemas.microsoft.com/office/drawing/2014/main" id="{B3F927B1-1D31-1749-A32D-E5B899D0E9D8}"/>
              </a:ext>
            </a:extLst>
          </p:cNvPr>
          <p:cNvPicPr>
            <a:picLocks noChangeAspect="1"/>
          </p:cNvPicPr>
          <p:nvPr/>
        </p:nvPicPr>
        <p:blipFill>
          <a:blip r:embed="rId2" cstate="print">
            <a:duotone>
              <a:prstClr val="black"/>
              <a:srgbClr val="BFBFBF">
                <a:tint val="45000"/>
                <a:satMod val="400000"/>
              </a:srgbClr>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359677" y="6123264"/>
            <a:ext cx="1689456" cy="734737"/>
          </a:xfrm>
          <a:prstGeom prst="rect">
            <a:avLst/>
          </a:prstGeom>
        </p:spPr>
      </p:pic>
      <p:sp>
        <p:nvSpPr>
          <p:cNvPr id="4" name="Obdélník 3">
            <a:extLst>
              <a:ext uri="{FF2B5EF4-FFF2-40B4-BE49-F238E27FC236}">
                <a16:creationId xmlns:a16="http://schemas.microsoft.com/office/drawing/2014/main" id="{8DD13F2A-11D3-42C8-83F3-81FF4931281C}"/>
              </a:ext>
            </a:extLst>
          </p:cNvPr>
          <p:cNvSpPr/>
          <p:nvPr/>
        </p:nvSpPr>
        <p:spPr>
          <a:xfrm>
            <a:off x="500063" y="724896"/>
            <a:ext cx="8143875" cy="540820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7" name="Zástupný symbol pro text 3">
            <a:extLst>
              <a:ext uri="{FF2B5EF4-FFF2-40B4-BE49-F238E27FC236}">
                <a16:creationId xmlns:a16="http://schemas.microsoft.com/office/drawing/2014/main" id="{FD279ADA-FDAB-4914-9469-CB105F4C58BE}"/>
              </a:ext>
            </a:extLst>
          </p:cNvPr>
          <p:cNvSpPr>
            <a:spLocks noGrp="1"/>
          </p:cNvSpPr>
          <p:nvPr>
            <p:ph type="body" sz="quarter" idx="12"/>
          </p:nvPr>
        </p:nvSpPr>
        <p:spPr>
          <a:xfrm>
            <a:off x="785813" y="2899075"/>
            <a:ext cx="7615238"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Tree>
    <p:extLst>
      <p:ext uri="{BB962C8B-B14F-4D97-AF65-F5344CB8AC3E}">
        <p14:creationId xmlns:p14="http://schemas.microsoft.com/office/powerpoint/2010/main" val="1823023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ddíl - Předěl - Kapitola 3">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79C5E546-3806-41A1-87D3-7E4A64F7A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0" y="736270"/>
            <a:ext cx="81345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4000">
                <a:solidFill>
                  <a:schemeClr val="bg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8" name="Obrázek 7" descr="Obsah obrázku text&#10;&#10;Popis byl vytvořen automaticky">
            <a:extLst>
              <a:ext uri="{FF2B5EF4-FFF2-40B4-BE49-F238E27FC236}">
                <a16:creationId xmlns:a16="http://schemas.microsoft.com/office/drawing/2014/main" id="{7C4858C6-8C38-2B41-8CFE-1254036B4C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2155552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ddíl - Předěl - Kapitola 4">
    <p:spTree>
      <p:nvGrpSpPr>
        <p:cNvPr id="1" name=""/>
        <p:cNvGrpSpPr/>
        <p:nvPr/>
      </p:nvGrpSpPr>
      <p:grpSpPr>
        <a:xfrm>
          <a:off x="0" y="0"/>
          <a:ext cx="0" cy="0"/>
          <a:chOff x="0" y="0"/>
          <a:chExt cx="0" cy="0"/>
        </a:xfrm>
      </p:grpSpPr>
      <p:pic>
        <p:nvPicPr>
          <p:cNvPr id="2" name="Obráze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000" y="728249"/>
            <a:ext cx="8134503" cy="5359500"/>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059851"/>
          </a:xfrm>
          <a:prstGeom prst="rect">
            <a:avLst/>
          </a:prstGeom>
          <a:effectLst>
            <a:outerShdw blurRad="50800" dist="38100" dir="16200000" rotWithShape="0">
              <a:prstClr val="black">
                <a:alpha val="40000"/>
              </a:prstClr>
            </a:outerShdw>
          </a:effectLst>
        </p:spPr>
        <p:txBody>
          <a:bodyPr anchor="ctr" anchorCtr="0">
            <a:normAutofit/>
          </a:bodyPr>
          <a:lstStyle>
            <a:lvl1pPr marL="0" indent="0" algn="ctr">
              <a:lnSpc>
                <a:spcPct val="100000"/>
              </a:lnSpc>
              <a:spcBef>
                <a:spcPts val="0"/>
              </a:spcBef>
              <a:buNone/>
              <a:defRPr sz="4000">
                <a:solidFill>
                  <a:srgbClr val="C80C0F"/>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D96739DC-B272-A942-A9ED-76826B02555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1139247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ddíl - Předěl - Kapitola 5">
    <p:spTree>
      <p:nvGrpSpPr>
        <p:cNvPr id="1" name=""/>
        <p:cNvGrpSpPr/>
        <p:nvPr/>
      </p:nvGrpSpPr>
      <p:grpSpPr>
        <a:xfrm>
          <a:off x="0" y="0"/>
          <a:ext cx="0" cy="0"/>
          <a:chOff x="0" y="0"/>
          <a:chExt cx="0" cy="0"/>
        </a:xfrm>
      </p:grpSpPr>
      <p:pic>
        <p:nvPicPr>
          <p:cNvPr id="3" name="Obráze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934" y="719999"/>
            <a:ext cx="8130633" cy="5356951"/>
          </a:xfrm>
          <a:prstGeom prst="rect">
            <a:avLst/>
          </a:prstGeom>
        </p:spPr>
      </p:pic>
      <p:sp>
        <p:nvSpPr>
          <p:cNvPr id="7" name="Zástupný symbol pro text 3">
            <a:extLst>
              <a:ext uri="{FF2B5EF4-FFF2-40B4-BE49-F238E27FC236}">
                <a16:creationId xmlns:a16="http://schemas.microsoft.com/office/drawing/2014/main" id="{2CC0A638-579A-43E4-96B4-3CF08EB81F4B}"/>
              </a:ext>
            </a:extLst>
          </p:cNvPr>
          <p:cNvSpPr>
            <a:spLocks noGrp="1"/>
          </p:cNvSpPr>
          <p:nvPr>
            <p:ph type="body" sz="quarter" idx="12"/>
          </p:nvPr>
        </p:nvSpPr>
        <p:spPr>
          <a:xfrm>
            <a:off x="806116" y="2899075"/>
            <a:ext cx="7555832" cy="1920000"/>
          </a:xfrm>
          <a:prstGeom prst="rect">
            <a:avLst/>
          </a:prstGeom>
          <a:solidFill>
            <a:schemeClr val="bg1"/>
          </a:solidFill>
          <a:effectLst/>
        </p:spPr>
        <p:txBody>
          <a:bodyPr anchor="ctr" anchorCtr="0">
            <a:normAutofit/>
          </a:bodyPr>
          <a:lstStyle>
            <a:lvl1pPr marL="0" indent="0" algn="ctr">
              <a:lnSpc>
                <a:spcPct val="100000"/>
              </a:lnSpc>
              <a:spcBef>
                <a:spcPts val="0"/>
              </a:spcBef>
              <a:buNone/>
              <a:defRPr sz="4000">
                <a:solidFill>
                  <a:schemeClr val="tx1"/>
                </a:solidFill>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pic>
        <p:nvPicPr>
          <p:cNvPr id="5" name="Obrázek 4" descr="Obsah obrázku text&#10;&#10;Popis byl vytvořen automaticky">
            <a:extLst>
              <a:ext uri="{FF2B5EF4-FFF2-40B4-BE49-F238E27FC236}">
                <a16:creationId xmlns:a16="http://schemas.microsoft.com/office/drawing/2014/main" id="{587EC3D4-E53B-5446-B515-D3099FF581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3253734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Oddíl - Předěl - Kapitola 6">
    <p:spTree>
      <p:nvGrpSpPr>
        <p:cNvPr id="1" name=""/>
        <p:cNvGrpSpPr/>
        <p:nvPr/>
      </p:nvGrpSpPr>
      <p:grpSpPr>
        <a:xfrm>
          <a:off x="0" y="0"/>
          <a:ext cx="0" cy="0"/>
          <a:chOff x="0" y="0"/>
          <a:chExt cx="0" cy="0"/>
        </a:xfrm>
      </p:grpSpPr>
      <p:sp>
        <p:nvSpPr>
          <p:cNvPr id="8" name="Zástupný symbol pro text 3">
            <a:extLst>
              <a:ext uri="{FF2B5EF4-FFF2-40B4-BE49-F238E27FC236}">
                <a16:creationId xmlns:a16="http://schemas.microsoft.com/office/drawing/2014/main" id="{A6D9A389-F059-4682-BB5E-006EEEC6D29D}"/>
              </a:ext>
            </a:extLst>
          </p:cNvPr>
          <p:cNvSpPr>
            <a:spLocks noGrp="1"/>
          </p:cNvSpPr>
          <p:nvPr>
            <p:ph type="body" sz="quarter" idx="12"/>
          </p:nvPr>
        </p:nvSpPr>
        <p:spPr>
          <a:xfrm>
            <a:off x="500063" y="2899075"/>
            <a:ext cx="8143875" cy="1059851"/>
          </a:xfrm>
          <a:prstGeom prst="rect">
            <a:avLst/>
          </a:prstGeom>
        </p:spPr>
        <p:txBody>
          <a:bodyPr anchor="ctr" anchorCtr="0">
            <a:normAutofit/>
          </a:bodyPr>
          <a:lstStyle>
            <a:lvl1pPr marL="0" indent="0" algn="ctr">
              <a:lnSpc>
                <a:spcPct val="100000"/>
              </a:lnSpc>
              <a:spcBef>
                <a:spcPts val="0"/>
              </a:spcBef>
              <a:buNone/>
              <a:defRPr sz="400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cs-CZ"/>
              <a:t>Po kliknutí můžete upravovat styly textu v předloze.</a:t>
            </a:r>
          </a:p>
        </p:txBody>
      </p:sp>
      <p:sp>
        <p:nvSpPr>
          <p:cNvPr id="5" name="Zástupný symbol obrázku 3">
            <a:extLst>
              <a:ext uri="{FF2B5EF4-FFF2-40B4-BE49-F238E27FC236}">
                <a16:creationId xmlns:a16="http://schemas.microsoft.com/office/drawing/2014/main" id="{8E8F7AB6-976A-4CB0-A0AE-8B783479B5E9}"/>
              </a:ext>
            </a:extLst>
          </p:cNvPr>
          <p:cNvSpPr>
            <a:spLocks noGrp="1"/>
          </p:cNvSpPr>
          <p:nvPr>
            <p:ph type="pic" sz="quarter" idx="10"/>
          </p:nvPr>
        </p:nvSpPr>
        <p:spPr>
          <a:xfrm>
            <a:off x="500063" y="724799"/>
            <a:ext cx="8137800" cy="5407200"/>
          </a:xfrm>
          <a:prstGeom prst="rect">
            <a:avLst/>
          </a:prstGeom>
        </p:spPr>
        <p:txBody>
          <a:bodyPr/>
          <a:lstStyle/>
          <a:p>
            <a:r>
              <a:rPr lang="cs-CZ"/>
              <a:t>Kliknutím na ikonu přidáte obrázek.</a:t>
            </a:r>
          </a:p>
        </p:txBody>
      </p:sp>
      <p:pic>
        <p:nvPicPr>
          <p:cNvPr id="7" name="Obrázek 6" descr="Obsah obrázku text&#10;&#10;Popis byl vytvořen automaticky">
            <a:extLst>
              <a:ext uri="{FF2B5EF4-FFF2-40B4-BE49-F238E27FC236}">
                <a16:creationId xmlns:a16="http://schemas.microsoft.com/office/drawing/2014/main" id="{8DDC546C-2D13-A947-8672-83BE19C04B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884" y="6123264"/>
            <a:ext cx="1689456" cy="734737"/>
          </a:xfrm>
          <a:prstGeom prst="rect">
            <a:avLst/>
          </a:prstGeom>
        </p:spPr>
      </p:pic>
    </p:spTree>
    <p:extLst>
      <p:ext uri="{BB962C8B-B14F-4D97-AF65-F5344CB8AC3E}">
        <p14:creationId xmlns:p14="http://schemas.microsoft.com/office/powerpoint/2010/main" val="2346478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ový slide 1">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240765" y="2385457"/>
            <a:ext cx="2394285"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667322"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667322"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7" name="TextovéPole 16">
            <a:extLst>
              <a:ext uri="{FF2B5EF4-FFF2-40B4-BE49-F238E27FC236}">
                <a16:creationId xmlns:a16="http://schemas.microsoft.com/office/drawing/2014/main" id="{DED13C98-A460-4EE5-BFBB-681BBDA81D3B}"/>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0"/>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TextovéPole 11">
            <a:extLst>
              <a:ext uri="{FF2B5EF4-FFF2-40B4-BE49-F238E27FC236}">
                <a16:creationId xmlns:a16="http://schemas.microsoft.com/office/drawing/2014/main" id="{2C766699-8A1C-452E-BA3A-E469A225BEE7}"/>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
        <p:nvSpPr>
          <p:cNvPr id="13" name="Zástupný symbol pro text 6">
            <a:extLst>
              <a:ext uri="{FF2B5EF4-FFF2-40B4-BE49-F238E27FC236}">
                <a16:creationId xmlns:a16="http://schemas.microsoft.com/office/drawing/2014/main" id="{8BE1237B-FF84-4FBE-AC1D-9DB2202BD76B}"/>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4C33C50D-A72F-494F-B092-15858B2C6CC1}"/>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2" name="TextovéPole 1">
            <a:extLst>
              <a:ext uri="{FF2B5EF4-FFF2-40B4-BE49-F238E27FC236}">
                <a16:creationId xmlns:a16="http://schemas.microsoft.com/office/drawing/2014/main" id="{631BC1C8-BCF5-484D-8C94-7FAA0AE50120}"/>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909330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extový slide 2">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41982"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41982"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66B0A99E-A700-494A-928E-194351AE09DC}"/>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48E4E7FD-8E67-4CA1-B99F-8BF78FD8CF5F}"/>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1B42C71F-24A2-4414-9417-B39450FE2AC9}"/>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8" name="TextovéPole 17">
            <a:extLst>
              <a:ext uri="{FF2B5EF4-FFF2-40B4-BE49-F238E27FC236}">
                <a16:creationId xmlns:a16="http://schemas.microsoft.com/office/drawing/2014/main" id="{08E05BE6-9375-7B47-BE3D-8FD9100C579E}"/>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20" name="TextovéPole 19">
            <a:extLst>
              <a:ext uri="{FF2B5EF4-FFF2-40B4-BE49-F238E27FC236}">
                <a16:creationId xmlns:a16="http://schemas.microsoft.com/office/drawing/2014/main" id="{6AC349FB-428C-7B42-B993-E97FBB98DCD8}"/>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3555492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ový slide 3">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rgbClr val="C80C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52256"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52256"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6693694" y="1957389"/>
            <a:ext cx="2450307" cy="4205199"/>
          </a:xfrm>
          <a:prstGeom prst="rect">
            <a:avLst/>
          </a:prstGeom>
        </p:spPr>
        <p:txBody>
          <a:bodyPr/>
          <a:lstStyle>
            <a:lvl1pPr marL="0" indent="0">
              <a:buNone/>
              <a:defRPr/>
            </a:lvl1pPr>
          </a:lstStyle>
          <a:p>
            <a:r>
              <a:rPr lang="cs-CZ"/>
              <a:t>Kliknutím na ikonu přidáte obrázek.</a:t>
            </a:r>
            <a:endParaRPr lang="cs-CZ" dirty="0"/>
          </a:p>
        </p:txBody>
      </p:sp>
      <p:sp>
        <p:nvSpPr>
          <p:cNvPr id="16" name="Zástupný symbol pro text 6">
            <a:extLst>
              <a:ext uri="{FF2B5EF4-FFF2-40B4-BE49-F238E27FC236}">
                <a16:creationId xmlns:a16="http://schemas.microsoft.com/office/drawing/2014/main" id="{BFADBFEB-36FC-4372-B6CE-58EBC7FFB940}"/>
              </a:ext>
            </a:extLst>
          </p:cNvPr>
          <p:cNvSpPr>
            <a:spLocks noGrp="1"/>
          </p:cNvSpPr>
          <p:nvPr>
            <p:ph type="body" sz="quarter" idx="15"/>
          </p:nvPr>
        </p:nvSpPr>
        <p:spPr>
          <a:xfrm>
            <a:off x="539750" y="2136776"/>
            <a:ext cx="5938106"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20" name="Zástupný symbol pro text 13">
            <a:extLst>
              <a:ext uri="{FF2B5EF4-FFF2-40B4-BE49-F238E27FC236}">
                <a16:creationId xmlns:a16="http://schemas.microsoft.com/office/drawing/2014/main" id="{978F0355-7004-4CFE-9421-A8A1A62CF82D}"/>
              </a:ext>
            </a:extLst>
          </p:cNvPr>
          <p:cNvSpPr>
            <a:spLocks noGrp="1"/>
          </p:cNvSpPr>
          <p:nvPr>
            <p:ph type="body" sz="quarter" idx="16"/>
          </p:nvPr>
        </p:nvSpPr>
        <p:spPr>
          <a:xfrm>
            <a:off x="539750" y="2828926"/>
            <a:ext cx="5938106"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CEE7F35-80D6-4A44-A79F-9A5BF9F28E36}"/>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0B5A6409-23B7-A545-A4D8-A933AD41B5C6}"/>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C0999E4F-AF74-DB4E-8B4B-638D78E913AE}"/>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3421120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ový slide 4">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pic>
        <p:nvPicPr>
          <p:cNvPr id="9" name="Obrázek 8">
            <a:extLst>
              <a:ext uri="{FF2B5EF4-FFF2-40B4-BE49-F238E27FC236}">
                <a16:creationId xmlns:a16="http://schemas.microsoft.com/office/drawing/2014/main" id="{F4A793D0-309B-40EC-A585-1DA5E9501812}"/>
              </a:ext>
            </a:extLst>
          </p:cNvPr>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240765" y="2385457"/>
            <a:ext cx="2394285" cy="3835461"/>
          </a:xfrm>
          <a:prstGeom prst="rect">
            <a:avLst/>
          </a:prstGeom>
        </p:spPr>
      </p:pic>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919038"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919038"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3" name="Zástupný symbol pro text 6">
            <a:extLst>
              <a:ext uri="{FF2B5EF4-FFF2-40B4-BE49-F238E27FC236}">
                <a16:creationId xmlns:a16="http://schemas.microsoft.com/office/drawing/2014/main" id="{64907F56-1EFF-441C-9163-66B58475FAF1}"/>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0C077097-4898-476E-8653-0D75052D1710}"/>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A4993D17-DF83-49B5-BD7F-548B4A5A3AE6}"/>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FC0AD8F2-4BA5-D840-9CF9-1A60BE6D3AE9}"/>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5A3DFA86-88E0-D746-93B6-322B3E5FB3EB}"/>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898717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ový slide 5">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979994"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979994"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2" name="Zástupný symbol pro text 6">
            <a:extLst>
              <a:ext uri="{FF2B5EF4-FFF2-40B4-BE49-F238E27FC236}">
                <a16:creationId xmlns:a16="http://schemas.microsoft.com/office/drawing/2014/main" id="{271AC1B1-6DD2-4624-B5E1-05CD48AFFD96}"/>
              </a:ext>
            </a:extLst>
          </p:cNvPr>
          <p:cNvSpPr>
            <a:spLocks noGrp="1"/>
          </p:cNvSpPr>
          <p:nvPr>
            <p:ph type="body" sz="quarter" idx="15"/>
          </p:nvPr>
        </p:nvSpPr>
        <p:spPr>
          <a:xfrm>
            <a:off x="539750" y="2136776"/>
            <a:ext cx="7140575"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3" name="Zástupný symbol pro text 13">
            <a:extLst>
              <a:ext uri="{FF2B5EF4-FFF2-40B4-BE49-F238E27FC236}">
                <a16:creationId xmlns:a16="http://schemas.microsoft.com/office/drawing/2014/main" id="{9EB39BFC-3412-4994-BB20-6B3B39144DCD}"/>
              </a:ext>
            </a:extLst>
          </p:cNvPr>
          <p:cNvSpPr>
            <a:spLocks noGrp="1"/>
          </p:cNvSpPr>
          <p:nvPr>
            <p:ph type="body" sz="quarter" idx="16"/>
          </p:nvPr>
        </p:nvSpPr>
        <p:spPr>
          <a:xfrm>
            <a:off x="539750" y="2828926"/>
            <a:ext cx="7140575"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D5E1CEE8-B267-482F-8FC9-A0CBECB5B5A2}"/>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6" name="TextovéPole 15">
            <a:extLst>
              <a:ext uri="{FF2B5EF4-FFF2-40B4-BE49-F238E27FC236}">
                <a16:creationId xmlns:a16="http://schemas.microsoft.com/office/drawing/2014/main" id="{9BD26F8C-C9C9-1844-B61C-5456ED1D14E3}"/>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7" name="TextovéPole 16">
            <a:extLst>
              <a:ext uri="{FF2B5EF4-FFF2-40B4-BE49-F238E27FC236}">
                <a16:creationId xmlns:a16="http://schemas.microsoft.com/office/drawing/2014/main" id="{015D1AAD-326F-FE43-A378-B6195D1301DC}"/>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21627219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ový slide 6">
    <p:spTree>
      <p:nvGrpSpPr>
        <p:cNvPr id="1" name=""/>
        <p:cNvGrpSpPr/>
        <p:nvPr/>
      </p:nvGrpSpPr>
      <p:grpSpPr>
        <a:xfrm>
          <a:off x="0" y="0"/>
          <a:ext cx="0" cy="0"/>
          <a:chOff x="0" y="0"/>
          <a:chExt cx="0" cy="0"/>
        </a:xfrm>
      </p:grpSpPr>
      <p:sp>
        <p:nvSpPr>
          <p:cNvPr id="4" name="Obdélník 3">
            <a:extLst>
              <a:ext uri="{FF2B5EF4-FFF2-40B4-BE49-F238E27FC236}">
                <a16:creationId xmlns:a16="http://schemas.microsoft.com/office/drawing/2014/main" id="{96DD5CD3-7617-4840-AA29-D0221417B652}"/>
              </a:ext>
            </a:extLst>
          </p:cNvPr>
          <p:cNvSpPr/>
          <p:nvPr/>
        </p:nvSpPr>
        <p:spPr>
          <a:xfrm>
            <a:off x="0" y="695412"/>
            <a:ext cx="9144000" cy="126163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a:p>
        </p:txBody>
      </p:sp>
      <p:sp>
        <p:nvSpPr>
          <p:cNvPr id="3" name="Zástupný text 2">
            <a:extLst>
              <a:ext uri="{FF2B5EF4-FFF2-40B4-BE49-F238E27FC236}">
                <a16:creationId xmlns:a16="http://schemas.microsoft.com/office/drawing/2014/main" id="{0BF461FE-AADE-4936-BB3A-2C77A4C30471}"/>
              </a:ext>
            </a:extLst>
          </p:cNvPr>
          <p:cNvSpPr>
            <a:spLocks noGrp="1"/>
          </p:cNvSpPr>
          <p:nvPr>
            <p:ph type="body" sz="quarter" idx="10" hasCustomPrompt="1"/>
          </p:nvPr>
        </p:nvSpPr>
        <p:spPr>
          <a:xfrm>
            <a:off x="540000" y="695412"/>
            <a:ext cx="6867668" cy="1261634"/>
          </a:xfrm>
          <a:prstGeom prst="rect">
            <a:avLst/>
          </a:prstGeom>
        </p:spPr>
        <p:txBody>
          <a:bodyPr anchor="ctr">
            <a:normAutofit/>
          </a:bodyPr>
          <a:lstStyle>
            <a:lvl1pPr marL="0" indent="0">
              <a:buNone/>
              <a:defRPr sz="4050" b="1">
                <a:solidFill>
                  <a:schemeClr val="bg1"/>
                </a:solidFill>
                <a:latin typeface="Roboto Medium" panose="02000000000000000000" pitchFamily="2" charset="0"/>
                <a:ea typeface="Roboto Medium" panose="02000000000000000000" pitchFamily="2" charset="0"/>
              </a:defRPr>
            </a:lvl1pPr>
          </a:lstStyle>
          <a:p>
            <a:pPr lvl="0"/>
            <a:r>
              <a:rPr lang="cs-CZ" dirty="0"/>
              <a:t>Název slidu</a:t>
            </a:r>
          </a:p>
        </p:txBody>
      </p:sp>
      <p:sp>
        <p:nvSpPr>
          <p:cNvPr id="15" name="Zástupný text 2">
            <a:extLst>
              <a:ext uri="{FF2B5EF4-FFF2-40B4-BE49-F238E27FC236}">
                <a16:creationId xmlns:a16="http://schemas.microsoft.com/office/drawing/2014/main" id="{C00DD73C-FAD0-4F3F-B43B-FEB6D7834B7B}"/>
              </a:ext>
            </a:extLst>
          </p:cNvPr>
          <p:cNvSpPr>
            <a:spLocks noGrp="1"/>
          </p:cNvSpPr>
          <p:nvPr>
            <p:ph type="body" sz="quarter" idx="12" hasCustomPrompt="1"/>
          </p:nvPr>
        </p:nvSpPr>
        <p:spPr>
          <a:xfrm>
            <a:off x="540000" y="0"/>
            <a:ext cx="6867668" cy="695412"/>
          </a:xfrm>
          <a:prstGeom prst="rect">
            <a:avLst/>
          </a:prstGeom>
        </p:spPr>
        <p:txBody>
          <a:bodyPr anchor="ctr"/>
          <a:lstStyle>
            <a:lvl1pPr marL="0" indent="0">
              <a:buNone/>
              <a:defRPr sz="1500" b="0">
                <a:solidFill>
                  <a:srgbClr val="C80C0F"/>
                </a:solidFill>
                <a:latin typeface="Roboto Medium" panose="02000000000000000000" pitchFamily="2" charset="0"/>
                <a:ea typeface="Roboto Medium" panose="02000000000000000000" pitchFamily="2" charset="0"/>
              </a:defRPr>
            </a:lvl1pPr>
          </a:lstStyle>
          <a:p>
            <a:pPr lvl="0"/>
            <a:r>
              <a:rPr lang="cs-CZ" dirty="0"/>
              <a:t>Název oddílu</a:t>
            </a:r>
          </a:p>
        </p:txBody>
      </p:sp>
      <p:sp>
        <p:nvSpPr>
          <p:cNvPr id="19" name="TextovéPole 18">
            <a:extLst>
              <a:ext uri="{FF2B5EF4-FFF2-40B4-BE49-F238E27FC236}">
                <a16:creationId xmlns:a16="http://schemas.microsoft.com/office/drawing/2014/main" id="{E2B2C2CE-4580-48E9-9D76-D7AE5C49014B}"/>
              </a:ext>
            </a:extLst>
          </p:cNvPr>
          <p:cNvSpPr txBox="1"/>
          <p:nvPr/>
        </p:nvSpPr>
        <p:spPr>
          <a:xfrm>
            <a:off x="7079147" y="1"/>
            <a:ext cx="1524853" cy="695411"/>
          </a:xfrm>
          <a:prstGeom prst="rect">
            <a:avLst/>
          </a:prstGeom>
          <a:noFill/>
        </p:spPr>
        <p:txBody>
          <a:bodyPr wrap="square" lIns="0" tIns="0" rIns="0" bIns="0" rtlCol="0" anchor="ctr" anchorCtr="0">
            <a:noAutofit/>
          </a:bodyPr>
          <a:lstStyle/>
          <a:p>
            <a:pPr algn="r"/>
            <a:r>
              <a:rPr lang="cs-CZ" sz="1800" dirty="0" err="1">
                <a:solidFill>
                  <a:schemeClr val="bg2">
                    <a:lumMod val="75000"/>
                  </a:schemeClr>
                </a:solidFill>
                <a:latin typeface="Roboto Medium" panose="02000000000000000000" pitchFamily="2" charset="0"/>
                <a:ea typeface="Roboto Medium" panose="02000000000000000000" pitchFamily="2" charset="0"/>
              </a:rPr>
              <a:t>pef.czu.cz</a:t>
            </a:r>
            <a:endParaRPr lang="cs-CZ" sz="1800" dirty="0">
              <a:solidFill>
                <a:schemeClr val="bg2">
                  <a:lumMod val="75000"/>
                </a:schemeClr>
              </a:solidFill>
              <a:latin typeface="Roboto Medium" panose="02000000000000000000" pitchFamily="2" charset="0"/>
              <a:ea typeface="Roboto Medium" panose="02000000000000000000" pitchFamily="2" charset="0"/>
            </a:endParaRPr>
          </a:p>
        </p:txBody>
      </p:sp>
      <p:sp>
        <p:nvSpPr>
          <p:cNvPr id="10" name="Zástupný symbol obrázku 24">
            <a:extLst>
              <a:ext uri="{FF2B5EF4-FFF2-40B4-BE49-F238E27FC236}">
                <a16:creationId xmlns:a16="http://schemas.microsoft.com/office/drawing/2014/main" id="{B6AD1CE9-FEC3-45D9-B4F6-AEB4A1A23D45}"/>
              </a:ext>
            </a:extLst>
          </p:cNvPr>
          <p:cNvSpPr>
            <a:spLocks noGrp="1"/>
          </p:cNvSpPr>
          <p:nvPr>
            <p:ph type="pic" sz="quarter" idx="17"/>
          </p:nvPr>
        </p:nvSpPr>
        <p:spPr>
          <a:xfrm>
            <a:off x="6693694" y="1957389"/>
            <a:ext cx="2450307" cy="4205199"/>
          </a:xfrm>
          <a:prstGeom prst="rect">
            <a:avLst/>
          </a:prstGeom>
        </p:spPr>
        <p:txBody>
          <a:bodyPr/>
          <a:lstStyle>
            <a:lvl1pPr marL="0" indent="0">
              <a:buNone/>
              <a:defRPr/>
            </a:lvl1pPr>
          </a:lstStyle>
          <a:p>
            <a:r>
              <a:rPr lang="cs-CZ"/>
              <a:t>Kliknutím na ikonu přidáte obrázek.</a:t>
            </a:r>
            <a:endParaRPr lang="cs-CZ" dirty="0"/>
          </a:p>
        </p:txBody>
      </p:sp>
      <p:sp>
        <p:nvSpPr>
          <p:cNvPr id="13" name="Zástupný symbol pro text 6">
            <a:extLst>
              <a:ext uri="{FF2B5EF4-FFF2-40B4-BE49-F238E27FC236}">
                <a16:creationId xmlns:a16="http://schemas.microsoft.com/office/drawing/2014/main" id="{C0B2EC7C-7295-4511-BEB9-1F21F76F55B4}"/>
              </a:ext>
            </a:extLst>
          </p:cNvPr>
          <p:cNvSpPr>
            <a:spLocks noGrp="1"/>
          </p:cNvSpPr>
          <p:nvPr>
            <p:ph type="body" sz="quarter" idx="15"/>
          </p:nvPr>
        </p:nvSpPr>
        <p:spPr>
          <a:xfrm>
            <a:off x="539750" y="2136776"/>
            <a:ext cx="5938106" cy="515683"/>
          </a:xfrm>
          <a:prstGeom prst="rect">
            <a:avLst/>
          </a:prstGeom>
        </p:spPr>
        <p:txBody>
          <a:bodyPr/>
          <a:lstStyle>
            <a:lvl1pPr marL="0" indent="0">
              <a:buNone/>
              <a:defRPr sz="1800">
                <a:latin typeface="Roboto Medium" panose="02000000000000000000" pitchFamily="2" charset="0"/>
                <a:ea typeface="Roboto Medium" panose="02000000000000000000" pitchFamily="2" charset="0"/>
              </a:defRPr>
            </a:lvl1pPr>
            <a:lvl2pPr marL="342900" indent="0">
              <a:buNone/>
              <a:defRPr sz="1600">
                <a:latin typeface="Roboto" panose="02000000000000000000" pitchFamily="2" charset="0"/>
                <a:ea typeface="Roboto" panose="02000000000000000000" pitchFamily="2" charset="0"/>
              </a:defRPr>
            </a:lvl2pPr>
            <a:lvl3pPr>
              <a:defRPr sz="1400">
                <a:latin typeface="Roboto" panose="02000000000000000000" pitchFamily="2" charset="0"/>
                <a:ea typeface="Roboto" panose="02000000000000000000" pitchFamily="2" charset="0"/>
              </a:defRPr>
            </a:lvl3pPr>
            <a:lvl4pPr>
              <a:defRPr sz="1200">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cs-CZ"/>
              <a:t>Po kliknutí můžete upravovat styly textu v předloze.</a:t>
            </a:r>
          </a:p>
        </p:txBody>
      </p:sp>
      <p:sp>
        <p:nvSpPr>
          <p:cNvPr id="16" name="Zástupný symbol pro text 13">
            <a:extLst>
              <a:ext uri="{FF2B5EF4-FFF2-40B4-BE49-F238E27FC236}">
                <a16:creationId xmlns:a16="http://schemas.microsoft.com/office/drawing/2014/main" id="{466DB023-F78F-49C1-9875-70959FECAB0E}"/>
              </a:ext>
            </a:extLst>
          </p:cNvPr>
          <p:cNvSpPr>
            <a:spLocks noGrp="1"/>
          </p:cNvSpPr>
          <p:nvPr>
            <p:ph type="body" sz="quarter" idx="16"/>
          </p:nvPr>
        </p:nvSpPr>
        <p:spPr>
          <a:xfrm>
            <a:off x="539750" y="2828926"/>
            <a:ext cx="5938106" cy="3333663"/>
          </a:xfrm>
          <a:prstGeom prst="rect">
            <a:avLst/>
          </a:prstGeom>
        </p:spPr>
        <p:txBody>
          <a:bodyPr/>
          <a:lstStyle>
            <a:lvl1pPr marL="228600" indent="-228600">
              <a:buClr>
                <a:srgbClr val="28642D"/>
              </a:buClr>
              <a:buFont typeface="Wingdings" panose="05000000000000000000" pitchFamily="2" charset="2"/>
              <a:buChar char="§"/>
              <a:defRPr lang="cs-CZ" sz="1800" dirty="0" smtClean="0">
                <a:latin typeface="Roboto" panose="02000000000000000000" pitchFamily="2" charset="0"/>
                <a:ea typeface="Roboto" panose="02000000000000000000" pitchFamily="2" charset="0"/>
              </a:defRPr>
            </a:lvl1pPr>
            <a:lvl2pPr marL="571500" indent="-228600">
              <a:buClr>
                <a:srgbClr val="28642D"/>
              </a:buClr>
              <a:buFont typeface="+mj-lt"/>
              <a:buAutoNum type="arabicPeriod"/>
              <a:defRPr lang="cs-CZ" sz="1600" dirty="0" smtClean="0">
                <a:latin typeface="Roboto" panose="02000000000000000000" pitchFamily="2" charset="0"/>
                <a:ea typeface="Roboto" panose="02000000000000000000" pitchFamily="2" charset="0"/>
              </a:defRPr>
            </a:lvl2pPr>
            <a:lvl3pPr marL="942975" indent="-257175">
              <a:buClr>
                <a:srgbClr val="28642D"/>
              </a:buClr>
              <a:buFont typeface="+mj-lt"/>
              <a:buAutoNum type="alphaLcPeriod"/>
              <a:defRPr lang="cs-CZ" sz="1400" dirty="0" smtClean="0">
                <a:latin typeface="Roboto" panose="02000000000000000000" pitchFamily="2" charset="0"/>
                <a:ea typeface="Roboto" panose="02000000000000000000" pitchFamily="2" charset="0"/>
              </a:defRPr>
            </a:lvl3pPr>
            <a:lvl4pPr marL="1200150" indent="-171450">
              <a:buClr>
                <a:schemeClr val="tx1">
                  <a:lumMod val="65000"/>
                  <a:lumOff val="35000"/>
                </a:schemeClr>
              </a:buClr>
              <a:buFont typeface="Wingdings" panose="05000000000000000000" pitchFamily="2" charset="2"/>
              <a:buChar char="§"/>
              <a:defRPr lang="cs-CZ" sz="1200" dirty="0">
                <a:latin typeface="Roboto" panose="02000000000000000000" pitchFamily="2" charset="0"/>
                <a:ea typeface="Roboto" panose="02000000000000000000" pitchFamily="2" charset="0"/>
              </a:defRPr>
            </a:lvl4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p:txBody>
      </p:sp>
      <p:sp>
        <p:nvSpPr>
          <p:cNvPr id="14" name="TextovéPole 13">
            <a:extLst>
              <a:ext uri="{FF2B5EF4-FFF2-40B4-BE49-F238E27FC236}">
                <a16:creationId xmlns:a16="http://schemas.microsoft.com/office/drawing/2014/main" id="{3C1BF5F3-421C-4882-84E2-ADC07FE86DF2}"/>
              </a:ext>
            </a:extLst>
          </p:cNvPr>
          <p:cNvSpPr txBox="1"/>
          <p:nvPr/>
        </p:nvSpPr>
        <p:spPr>
          <a:xfrm>
            <a:off x="8059993" y="1049230"/>
            <a:ext cx="880718" cy="461665"/>
          </a:xfrm>
          <a:prstGeom prst="rect">
            <a:avLst/>
          </a:prstGeom>
          <a:noFill/>
        </p:spPr>
        <p:txBody>
          <a:bodyPr wrap="square" rtlCol="0">
            <a:spAutoFit/>
          </a:bodyPr>
          <a:lstStyle/>
          <a:p>
            <a:pPr algn="r"/>
            <a:fld id="{912F5DA3-5B13-43E6-BB34-AB0AE73D120D}" type="slidenum">
              <a:rPr lang="cs-CZ" sz="2400" smtClean="0">
                <a:solidFill>
                  <a:schemeClr val="bg1"/>
                </a:solidFill>
                <a:latin typeface="Roboto Black" panose="02000000000000000000" pitchFamily="2" charset="0"/>
                <a:ea typeface="Roboto Black" panose="02000000000000000000" pitchFamily="2" charset="0"/>
              </a:rPr>
              <a:pPr algn="r"/>
              <a:t>‹#›</a:t>
            </a:fld>
            <a:endParaRPr lang="cs-CZ" sz="2400" dirty="0">
              <a:solidFill>
                <a:schemeClr val="bg1"/>
              </a:solidFill>
              <a:latin typeface="Roboto Black" panose="02000000000000000000" pitchFamily="2" charset="0"/>
              <a:ea typeface="Roboto Black" panose="02000000000000000000" pitchFamily="2" charset="0"/>
            </a:endParaRPr>
          </a:p>
        </p:txBody>
      </p:sp>
      <p:sp>
        <p:nvSpPr>
          <p:cNvPr id="17" name="TextovéPole 16">
            <a:extLst>
              <a:ext uri="{FF2B5EF4-FFF2-40B4-BE49-F238E27FC236}">
                <a16:creationId xmlns:a16="http://schemas.microsoft.com/office/drawing/2014/main" id="{5C18F710-7ED6-AD41-9784-1327E6984D92}"/>
              </a:ext>
            </a:extLst>
          </p:cNvPr>
          <p:cNvSpPr txBox="1"/>
          <p:nvPr/>
        </p:nvSpPr>
        <p:spPr>
          <a:xfrm>
            <a:off x="540000" y="6162588"/>
            <a:ext cx="2676442" cy="695412"/>
          </a:xfrm>
          <a:prstGeom prst="rect">
            <a:avLst/>
          </a:prstGeom>
          <a:noFill/>
        </p:spPr>
        <p:txBody>
          <a:bodyPr wrap="none" lIns="0" tIns="0" rIns="0" bIns="0" rtlCol="0" anchor="ctr" anchorCtr="0">
            <a:noAutofit/>
          </a:bodyPr>
          <a:lstStyle/>
          <a:p>
            <a:r>
              <a:rPr lang="cs-CZ" sz="1200" dirty="0">
                <a:solidFill>
                  <a:schemeClr val="bg1">
                    <a:lumMod val="75000"/>
                  </a:schemeClr>
                </a:solidFill>
                <a:latin typeface="Roboto Medium" panose="02000000000000000000" pitchFamily="2" charset="0"/>
                <a:ea typeface="Roboto Medium" panose="02000000000000000000" pitchFamily="2" charset="0"/>
              </a:rPr>
              <a:t>Czech University </a:t>
            </a:r>
            <a:r>
              <a:rPr lang="cs-CZ" sz="1200" dirty="0" err="1">
                <a:solidFill>
                  <a:schemeClr val="bg1">
                    <a:lumMod val="75000"/>
                  </a:schemeClr>
                </a:solidFill>
                <a:latin typeface="Roboto Medium" panose="02000000000000000000" pitchFamily="2" charset="0"/>
                <a:ea typeface="Roboto Medium" panose="02000000000000000000" pitchFamily="2" charset="0"/>
              </a:rPr>
              <a:t>of</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dirty="0" err="1">
                <a:solidFill>
                  <a:schemeClr val="bg1">
                    <a:lumMod val="75000"/>
                  </a:schemeClr>
                </a:solidFill>
                <a:latin typeface="Roboto Medium" panose="02000000000000000000" pitchFamily="2" charset="0"/>
                <a:ea typeface="Roboto Medium" panose="02000000000000000000" pitchFamily="2" charset="0"/>
              </a:rPr>
              <a:t>Life</a:t>
            </a:r>
            <a:r>
              <a:rPr lang="cs-CZ" sz="1200" dirty="0">
                <a:solidFill>
                  <a:schemeClr val="bg1">
                    <a:lumMod val="75000"/>
                  </a:schemeClr>
                </a:solidFill>
                <a:latin typeface="Roboto Medium" panose="02000000000000000000" pitchFamily="2" charset="0"/>
                <a:ea typeface="Roboto Medium" panose="02000000000000000000" pitchFamily="2" charset="0"/>
              </a:rPr>
              <a:t> </a:t>
            </a:r>
            <a:r>
              <a:rPr lang="cs-CZ" sz="1200" u="sng" dirty="0" err="1">
                <a:solidFill>
                  <a:schemeClr val="bg1">
                    <a:lumMod val="75000"/>
                  </a:schemeClr>
                </a:solidFill>
                <a:latin typeface="Roboto Medium" panose="02000000000000000000" pitchFamily="2" charset="0"/>
                <a:ea typeface="Roboto Medium" panose="02000000000000000000" pitchFamily="2" charset="0"/>
              </a:rPr>
              <a:t>Sciences</a:t>
            </a:r>
            <a:r>
              <a:rPr lang="cs-CZ" sz="1200" dirty="0">
                <a:solidFill>
                  <a:schemeClr val="bg1">
                    <a:lumMod val="75000"/>
                  </a:schemeClr>
                </a:solidFill>
                <a:latin typeface="Roboto Medium" panose="02000000000000000000" pitchFamily="2" charset="0"/>
                <a:ea typeface="Roboto Medium" panose="02000000000000000000" pitchFamily="2" charset="0"/>
              </a:rPr>
              <a:t> Prague</a:t>
            </a:r>
          </a:p>
        </p:txBody>
      </p:sp>
      <p:sp>
        <p:nvSpPr>
          <p:cNvPr id="18" name="TextovéPole 17">
            <a:extLst>
              <a:ext uri="{FF2B5EF4-FFF2-40B4-BE49-F238E27FC236}">
                <a16:creationId xmlns:a16="http://schemas.microsoft.com/office/drawing/2014/main" id="{EA1D81C2-80D4-2548-91DB-82047245A7C1}"/>
              </a:ext>
            </a:extLst>
          </p:cNvPr>
          <p:cNvSpPr txBox="1"/>
          <p:nvPr/>
        </p:nvSpPr>
        <p:spPr>
          <a:xfrm>
            <a:off x="4660232" y="6162588"/>
            <a:ext cx="3974818" cy="695412"/>
          </a:xfrm>
          <a:prstGeom prst="rect">
            <a:avLst/>
          </a:prstGeom>
          <a:noFill/>
        </p:spPr>
        <p:txBody>
          <a:bodyPr wrap="none" lIns="0" tIns="0" rIns="0" bIns="0" rtlCol="0" anchor="ctr" anchorCtr="0">
            <a:noAutofit/>
          </a:bodyPr>
          <a:lstStyle/>
          <a:p>
            <a:pPr algn="r"/>
            <a:r>
              <a:rPr lang="cs-CZ" sz="1200" dirty="0" err="1">
                <a:solidFill>
                  <a:srgbClr val="C80C0F"/>
                </a:solidFill>
                <a:latin typeface="Roboto Medium" panose="02000000000000000000" pitchFamily="2" charset="0"/>
                <a:ea typeface="Roboto Medium" panose="02000000000000000000" pitchFamily="2" charset="0"/>
              </a:rPr>
              <a:t>Faculty</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of</a:t>
            </a:r>
            <a:r>
              <a:rPr lang="cs-CZ" sz="1200" dirty="0">
                <a:solidFill>
                  <a:srgbClr val="C80C0F"/>
                </a:solidFill>
                <a:latin typeface="Roboto Medium" panose="02000000000000000000" pitchFamily="2" charset="0"/>
                <a:ea typeface="Roboto Medium" panose="02000000000000000000" pitchFamily="2" charset="0"/>
              </a:rPr>
              <a:t> </a:t>
            </a:r>
            <a:r>
              <a:rPr lang="cs-CZ" sz="1200" dirty="0" err="1">
                <a:solidFill>
                  <a:srgbClr val="C80C0F"/>
                </a:solidFill>
                <a:latin typeface="Roboto Medium" panose="02000000000000000000" pitchFamily="2" charset="0"/>
                <a:ea typeface="Roboto Medium" panose="02000000000000000000" pitchFamily="2" charset="0"/>
              </a:rPr>
              <a:t>Economics</a:t>
            </a:r>
            <a:r>
              <a:rPr lang="cs-CZ" sz="1200" dirty="0">
                <a:solidFill>
                  <a:srgbClr val="C80C0F"/>
                </a:solidFill>
                <a:latin typeface="Roboto Medium" panose="02000000000000000000" pitchFamily="2" charset="0"/>
                <a:ea typeface="Roboto Medium" panose="02000000000000000000" pitchFamily="2" charset="0"/>
              </a:rPr>
              <a:t> and Management</a:t>
            </a:r>
          </a:p>
        </p:txBody>
      </p:sp>
    </p:spTree>
    <p:extLst>
      <p:ext uri="{BB962C8B-B14F-4D97-AF65-F5344CB8AC3E}">
        <p14:creationId xmlns:p14="http://schemas.microsoft.com/office/powerpoint/2010/main" val="546498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Závěr 1">
    <p:spTree>
      <p:nvGrpSpPr>
        <p:cNvPr id="1" name=""/>
        <p:cNvGrpSpPr/>
        <p:nvPr/>
      </p:nvGrpSpPr>
      <p:grpSpPr>
        <a:xfrm>
          <a:off x="0" y="0"/>
          <a:ext cx="0" cy="0"/>
          <a:chOff x="0" y="0"/>
          <a:chExt cx="0" cy="0"/>
        </a:xfrm>
      </p:grpSpPr>
      <p:pic>
        <p:nvPicPr>
          <p:cNvPr id="5" name="Obrázek 4">
            <a:extLst>
              <a:ext uri="{FF2B5EF4-FFF2-40B4-BE49-F238E27FC236}">
                <a16:creationId xmlns:a16="http://schemas.microsoft.com/office/drawing/2014/main" id="{E53EAF9F-01E9-4701-B3CE-E5EC1515D4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4" name="Obrázek 3" descr="Obsah obrázku text&#10;&#10;Popis byl vytvořen automaticky">
            <a:extLst>
              <a:ext uri="{FF2B5EF4-FFF2-40B4-BE49-F238E27FC236}">
                <a16:creationId xmlns:a16="http://schemas.microsoft.com/office/drawing/2014/main" id="{9E6C52F0-A869-994B-9A2A-946AD4F096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219" y="4695142"/>
            <a:ext cx="3773562" cy="1641106"/>
          </a:xfrm>
          <a:prstGeom prst="rect">
            <a:avLst/>
          </a:prstGeom>
        </p:spPr>
      </p:pic>
      <p:sp>
        <p:nvSpPr>
          <p:cNvPr id="6" name="TextovéPole 5">
            <a:extLst>
              <a:ext uri="{FF2B5EF4-FFF2-40B4-BE49-F238E27FC236}">
                <a16:creationId xmlns:a16="http://schemas.microsoft.com/office/drawing/2014/main" id="{7301F1C3-936F-43D4-96DB-8DB86F629B10}"/>
              </a:ext>
            </a:extLst>
          </p:cNvPr>
          <p:cNvSpPr txBox="1"/>
          <p:nvPr/>
        </p:nvSpPr>
        <p:spPr>
          <a:xfrm>
            <a:off x="2082610" y="3028891"/>
            <a:ext cx="4978781" cy="1200329"/>
          </a:xfrm>
          <a:prstGeom prst="rect">
            <a:avLst/>
          </a:prstGeom>
          <a:noFill/>
        </p:spPr>
        <p:txBody>
          <a:bodyPr wrap="square" rtlCol="0">
            <a:spAutoFit/>
          </a:bodyPr>
          <a:lstStyle/>
          <a:p>
            <a:pPr algn="ct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you</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for</a:t>
            </a:r>
            <a:r>
              <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 </a:t>
            </a:r>
            <a:r>
              <a:rPr lang="cs-CZ" sz="3600" dirty="0" err="1">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attention</a:t>
            </a:r>
            <a:endParaRPr lang="cs-CZ" sz="360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020208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Závěr 2">
    <p:spTree>
      <p:nvGrpSpPr>
        <p:cNvPr id="1" name=""/>
        <p:cNvGrpSpPr/>
        <p:nvPr/>
      </p:nvGrpSpPr>
      <p:grpSpPr>
        <a:xfrm>
          <a:off x="0" y="0"/>
          <a:ext cx="0" cy="0"/>
          <a:chOff x="0" y="0"/>
          <a:chExt cx="0" cy="0"/>
        </a:xfrm>
      </p:grpSpPr>
      <p:pic>
        <p:nvPicPr>
          <p:cNvPr id="4" name="Obrázek 3">
            <a:extLst>
              <a:ext uri="{FF2B5EF4-FFF2-40B4-BE49-F238E27FC236}">
                <a16:creationId xmlns:a16="http://schemas.microsoft.com/office/drawing/2014/main" id="{0F7380FE-801F-3B4A-8E52-2A53DD27322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1541" y="5041976"/>
            <a:ext cx="3991716" cy="1735981"/>
          </a:xfrm>
          <a:prstGeom prst="rect">
            <a:avLst/>
          </a:prstGeom>
        </p:spPr>
      </p:pic>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TextovéPole 4">
            <a:extLst>
              <a:ext uri="{FF2B5EF4-FFF2-40B4-BE49-F238E27FC236}">
                <a16:creationId xmlns:a16="http://schemas.microsoft.com/office/drawing/2014/main" id="{83DE33A4-FB93-4AAA-A88F-B4FEF27E08A8}"/>
              </a:ext>
            </a:extLst>
          </p:cNvPr>
          <p:cNvSpPr txBox="1"/>
          <p:nvPr/>
        </p:nvSpPr>
        <p:spPr>
          <a:xfrm>
            <a:off x="2065677" y="3429001"/>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483F6A2C-C2E5-B44A-9660-8F89AEEB28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7741" y="5143576"/>
            <a:ext cx="3991716" cy="1735981"/>
          </a:xfrm>
          <a:prstGeom prst="rect">
            <a:avLst/>
          </a:prstGeom>
        </p:spPr>
      </p:pic>
    </p:spTree>
    <p:extLst>
      <p:ext uri="{BB962C8B-B14F-4D97-AF65-F5344CB8AC3E}">
        <p14:creationId xmlns:p14="http://schemas.microsoft.com/office/powerpoint/2010/main" val="22932572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Závěr 3">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8" name="Obrázek 7" descr="Obsah obrázku text&#10;&#10;Popis byl vytvořen automaticky">
            <a:extLst>
              <a:ext uri="{FF2B5EF4-FFF2-40B4-BE49-F238E27FC236}">
                <a16:creationId xmlns:a16="http://schemas.microsoft.com/office/drawing/2014/main" id="{A9218E36-6589-BA4B-B382-FF8EA3F0CB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85219" y="4864475"/>
            <a:ext cx="3773562" cy="1641106"/>
          </a:xfrm>
          <a:prstGeom prst="rect">
            <a:avLst/>
          </a:prstGeom>
        </p:spPr>
      </p:pic>
      <p:sp>
        <p:nvSpPr>
          <p:cNvPr id="9" name="TextovéPole 8">
            <a:extLst>
              <a:ext uri="{FF2B5EF4-FFF2-40B4-BE49-F238E27FC236}">
                <a16:creationId xmlns:a16="http://schemas.microsoft.com/office/drawing/2014/main" id="{FDA8F002-9BA3-624D-B94C-A21C7E909596}"/>
              </a:ext>
            </a:extLst>
          </p:cNvPr>
          <p:cNvSpPr txBox="1"/>
          <p:nvPr/>
        </p:nvSpPr>
        <p:spPr>
          <a:xfrm>
            <a:off x="2082610" y="3028891"/>
            <a:ext cx="4978781" cy="1200329"/>
          </a:xfrm>
          <a:prstGeom prst="rect">
            <a:avLst/>
          </a:prstGeom>
          <a:noFill/>
        </p:spPr>
        <p:txBody>
          <a:bodyPr wrap="square" rtlCol="0">
            <a:spAutoFit/>
          </a:bodyPr>
          <a:lstStyle/>
          <a:p>
            <a:pPr algn="ctr"/>
            <a:r>
              <a:rPr lang="en-GB" sz="36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spTree>
    <p:extLst>
      <p:ext uri="{BB962C8B-B14F-4D97-AF65-F5344CB8AC3E}">
        <p14:creationId xmlns:p14="http://schemas.microsoft.com/office/powerpoint/2010/main" val="311621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Závěr 4">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7084" b="7777"/>
          <a:stretch/>
        </p:blipFill>
        <p:spPr>
          <a:xfrm>
            <a:off x="0" y="0"/>
            <a:ext cx="9144000" cy="6918247"/>
          </a:xfrm>
          <a:prstGeom prst="rect">
            <a:avLst/>
          </a:prstGeom>
        </p:spPr>
      </p:pic>
      <p:sp>
        <p:nvSpPr>
          <p:cNvPr id="6" name="TextovéPole 5">
            <a:extLst>
              <a:ext uri="{FF2B5EF4-FFF2-40B4-BE49-F238E27FC236}">
                <a16:creationId xmlns:a16="http://schemas.microsoft.com/office/drawing/2014/main" id="{D4F7AAA5-ECDB-B046-A48B-D0C2BB0C4FE7}"/>
              </a:ext>
            </a:extLst>
          </p:cNvPr>
          <p:cNvSpPr txBox="1"/>
          <p:nvPr/>
        </p:nvSpPr>
        <p:spPr>
          <a:xfrm>
            <a:off x="2065677" y="4072465"/>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8" name="Obrázek 7">
            <a:extLst>
              <a:ext uri="{FF2B5EF4-FFF2-40B4-BE49-F238E27FC236}">
                <a16:creationId xmlns:a16="http://schemas.microsoft.com/office/drawing/2014/main" id="{EC53DF36-AD81-A945-BF7B-A39A3E50D5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34668" y="5739969"/>
            <a:ext cx="2709334" cy="1178278"/>
          </a:xfrm>
          <a:prstGeom prst="rect">
            <a:avLst/>
          </a:prstGeom>
        </p:spPr>
      </p:pic>
    </p:spTree>
    <p:extLst>
      <p:ext uri="{BB962C8B-B14F-4D97-AF65-F5344CB8AC3E}">
        <p14:creationId xmlns:p14="http://schemas.microsoft.com/office/powerpoint/2010/main" val="24968895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Závěr 5">
    <p:spTree>
      <p:nvGrpSpPr>
        <p:cNvPr id="1" name=""/>
        <p:cNvGrpSpPr/>
        <p:nvPr/>
      </p:nvGrpSpPr>
      <p:grpSpPr>
        <a:xfrm>
          <a:off x="0" y="0"/>
          <a:ext cx="0" cy="0"/>
          <a:chOff x="0" y="0"/>
          <a:chExt cx="0" cy="0"/>
        </a:xfrm>
      </p:grpSpPr>
      <p:pic>
        <p:nvPicPr>
          <p:cNvPr id="7" name="Obrázek 6">
            <a:extLst>
              <a:ext uri="{FF2B5EF4-FFF2-40B4-BE49-F238E27FC236}">
                <a16:creationId xmlns:a16="http://schemas.microsoft.com/office/drawing/2014/main" id="{AA4C6F00-A48B-4E22-84E3-5F01FAC09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9144000" cy="6858000"/>
          </a:xfrm>
          <a:prstGeom prst="rect">
            <a:avLst/>
          </a:prstGeom>
        </p:spPr>
      </p:pic>
      <p:sp>
        <p:nvSpPr>
          <p:cNvPr id="6" name="TextovéPole 5">
            <a:extLst>
              <a:ext uri="{FF2B5EF4-FFF2-40B4-BE49-F238E27FC236}">
                <a16:creationId xmlns:a16="http://schemas.microsoft.com/office/drawing/2014/main" id="{3B431FA6-80EF-9449-90BD-C081B545B9C0}"/>
              </a:ext>
            </a:extLst>
          </p:cNvPr>
          <p:cNvSpPr txBox="1"/>
          <p:nvPr/>
        </p:nvSpPr>
        <p:spPr>
          <a:xfrm>
            <a:off x="2065677" y="3429001"/>
            <a:ext cx="5012648" cy="1200329"/>
          </a:xfrm>
          <a:prstGeom prst="rect">
            <a:avLst/>
          </a:prstGeom>
          <a:noFill/>
        </p:spPr>
        <p:txBody>
          <a:bodyPr wrap="square" rtlCol="0">
            <a:spAutoFit/>
          </a:bodyPr>
          <a:lstStyle/>
          <a:p>
            <a:pPr algn="ctr"/>
            <a:r>
              <a:rPr lang="en-US" sz="3600" noProof="0" dirty="0">
                <a:solidFill>
                  <a:srgbClr val="C00000"/>
                </a:solidFill>
                <a:latin typeface="Roboto Black" panose="02000000000000000000" pitchFamily="2" charset="0"/>
                <a:ea typeface="Roboto Black" panose="02000000000000000000" pitchFamily="2" charset="0"/>
              </a:rPr>
              <a:t>Thank you for attention</a:t>
            </a:r>
          </a:p>
        </p:txBody>
      </p:sp>
      <p:pic>
        <p:nvPicPr>
          <p:cNvPr id="9" name="Obrázek 8">
            <a:extLst>
              <a:ext uri="{FF2B5EF4-FFF2-40B4-BE49-F238E27FC236}">
                <a16:creationId xmlns:a16="http://schemas.microsoft.com/office/drawing/2014/main" id="{811C0A68-FD87-6A46-8195-D340F48614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5700534"/>
            <a:ext cx="2709334" cy="1178278"/>
          </a:xfrm>
          <a:prstGeom prst="rect">
            <a:avLst/>
          </a:prstGeom>
        </p:spPr>
      </p:pic>
    </p:spTree>
    <p:extLst>
      <p:ext uri="{BB962C8B-B14F-4D97-AF65-F5344CB8AC3E}">
        <p14:creationId xmlns:p14="http://schemas.microsoft.com/office/powerpoint/2010/main" val="844021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Závěr 6">
    <p:spTree>
      <p:nvGrpSpPr>
        <p:cNvPr id="1" name=""/>
        <p:cNvGrpSpPr/>
        <p:nvPr/>
      </p:nvGrpSpPr>
      <p:grpSpPr>
        <a:xfrm>
          <a:off x="0" y="0"/>
          <a:ext cx="0" cy="0"/>
          <a:chOff x="0" y="0"/>
          <a:chExt cx="0" cy="0"/>
        </a:xfrm>
      </p:grpSpPr>
      <p:sp>
        <p:nvSpPr>
          <p:cNvPr id="8" name="Obdélník 7">
            <a:extLst>
              <a:ext uri="{FF2B5EF4-FFF2-40B4-BE49-F238E27FC236}">
                <a16:creationId xmlns:a16="http://schemas.microsoft.com/office/drawing/2014/main" id="{5D978B46-7738-414B-B6A8-3DB65F297682}"/>
              </a:ext>
            </a:extLst>
          </p:cNvPr>
          <p:cNvSpPr/>
          <p:nvPr/>
        </p:nvSpPr>
        <p:spPr>
          <a:xfrm>
            <a:off x="0" y="0"/>
            <a:ext cx="9144000" cy="6858000"/>
          </a:xfrm>
          <a:prstGeom prst="rect">
            <a:avLst/>
          </a:prstGeom>
          <a:gradFill>
            <a:gsLst>
              <a:gs pos="0">
                <a:srgbClr val="C80C0F"/>
              </a:gs>
              <a:gs pos="50000">
                <a:srgbClr val="9B0000"/>
              </a:gs>
              <a:gs pos="99000">
                <a:srgbClr val="C80C0F"/>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cs-CZ" sz="2025" dirty="0"/>
          </a:p>
        </p:txBody>
      </p:sp>
      <p:sp>
        <p:nvSpPr>
          <p:cNvPr id="7" name="TextovéPole 6">
            <a:extLst>
              <a:ext uri="{FF2B5EF4-FFF2-40B4-BE49-F238E27FC236}">
                <a16:creationId xmlns:a16="http://schemas.microsoft.com/office/drawing/2014/main" id="{EAE9CB24-0D3C-1C4D-899E-1B118B5F7B14}"/>
              </a:ext>
            </a:extLst>
          </p:cNvPr>
          <p:cNvSpPr txBox="1"/>
          <p:nvPr/>
        </p:nvSpPr>
        <p:spPr>
          <a:xfrm>
            <a:off x="2082610" y="3028891"/>
            <a:ext cx="4978781" cy="1200329"/>
          </a:xfrm>
          <a:prstGeom prst="rect">
            <a:avLst/>
          </a:prstGeom>
          <a:noFill/>
        </p:spPr>
        <p:txBody>
          <a:bodyPr wrap="square" rtlCol="0">
            <a:spAutoFit/>
          </a:bodyPr>
          <a:lstStyle/>
          <a:p>
            <a:pPr algn="ctr"/>
            <a:r>
              <a:rPr lang="en-GB" sz="3600" noProof="0" dirty="0">
                <a:solidFill>
                  <a:schemeClr val="bg1"/>
                </a:solidFill>
                <a:effectLst>
                  <a:glow rad="139700">
                    <a:schemeClr val="tx1">
                      <a:lumMod val="65000"/>
                      <a:lumOff val="35000"/>
                      <a:alpha val="40000"/>
                    </a:schemeClr>
                  </a:glow>
                </a:effectLst>
                <a:latin typeface="Roboto Black" panose="02000000000000000000" pitchFamily="2" charset="0"/>
                <a:ea typeface="Roboto Black" panose="02000000000000000000" pitchFamily="2" charset="0"/>
              </a:rPr>
              <a:t>Thank you for attention</a:t>
            </a:r>
          </a:p>
        </p:txBody>
      </p:sp>
      <p:pic>
        <p:nvPicPr>
          <p:cNvPr id="9" name="Obrázek 8" descr="Obsah obrázku text&#10;&#10;Popis byl vytvořen automaticky">
            <a:extLst>
              <a:ext uri="{FF2B5EF4-FFF2-40B4-BE49-F238E27FC236}">
                <a16:creationId xmlns:a16="http://schemas.microsoft.com/office/drawing/2014/main" id="{7ABA772E-3E2B-B94D-9EC0-C40803791A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5219" y="4864475"/>
            <a:ext cx="3773562" cy="1641106"/>
          </a:xfrm>
          <a:prstGeom prst="rect">
            <a:avLst/>
          </a:prstGeom>
        </p:spPr>
      </p:pic>
    </p:spTree>
    <p:extLst>
      <p:ext uri="{BB962C8B-B14F-4D97-AF65-F5344CB8AC3E}">
        <p14:creationId xmlns:p14="http://schemas.microsoft.com/office/powerpoint/2010/main" val="988433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a:xfrm>
            <a:off x="612648" y="228600"/>
            <a:ext cx="8153400" cy="990600"/>
          </a:xfrm>
        </p:spPr>
        <p:txBody>
          <a:bodyPr/>
          <a:lstStyle/>
          <a:p>
            <a:r>
              <a:rPr kumimoji="0" lang="cs-CZ"/>
              <a:t>Klepnutím lze upravit styl předlohy nadpisů.</a:t>
            </a:r>
            <a:endParaRPr kumimoji="0" lang="en-US"/>
          </a:p>
        </p:txBody>
      </p:sp>
      <p:sp>
        <p:nvSpPr>
          <p:cNvPr id="4" name="Zástupný symbol pro datum 3"/>
          <p:cNvSpPr>
            <a:spLocks noGrp="1"/>
          </p:cNvSpPr>
          <p:nvPr>
            <p:ph type="dt" sz="half" idx="10"/>
          </p:nvPr>
        </p:nvSpPr>
        <p:spPr/>
        <p:txBody>
          <a:bodyPr/>
          <a:lstStyle/>
          <a:p>
            <a:fld id="{7DBC9D3B-B00F-4DF2-A530-C9E5BC8837BB}" type="datetimeFigureOut">
              <a:rPr lang="cs-CZ" smtClean="0"/>
              <a:pPr/>
              <a:t>28.10.2024</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lvl1pPr>
              <a:defRPr>
                <a:solidFill>
                  <a:srgbClr val="FFFFFF"/>
                </a:solidFill>
              </a:defRPr>
            </a:lvl1pPr>
          </a:lstStyle>
          <a:p>
            <a:fld id="{22D678B2-D910-4B9F-8745-B0B8C181CD2F}" type="slidenum">
              <a:rPr lang="cs-CZ" smtClean="0"/>
              <a:pPr/>
              <a:t>‹#›</a:t>
            </a:fld>
            <a:endParaRPr lang="cs-CZ"/>
          </a:p>
        </p:txBody>
      </p:sp>
      <p:sp>
        <p:nvSpPr>
          <p:cNvPr id="8" name="Zástupný symbol pro obsah 7"/>
          <p:cNvSpPr>
            <a:spLocks noGrp="1"/>
          </p:cNvSpPr>
          <p:nvPr>
            <p:ph sz="quarter" idx="1"/>
          </p:nvPr>
        </p:nvSpPr>
        <p:spPr>
          <a:xfrm>
            <a:off x="612648" y="1600200"/>
            <a:ext cx="8153400" cy="4495800"/>
          </a:xfrm>
        </p:spPr>
        <p:txBody>
          <a:bodyPr/>
          <a:lstStyle/>
          <a:p>
            <a:pPr lvl="0" eaLnBrk="1" latinLnBrk="0" hangingPunct="1"/>
            <a:r>
              <a:rPr lang="cs-CZ"/>
              <a:t>Klepnutím lze upravit styly předlohy textu.</a:t>
            </a:r>
          </a:p>
          <a:p>
            <a:pPr lvl="1" eaLnBrk="1" latinLnBrk="0" hangingPunct="1"/>
            <a:r>
              <a:rPr lang="cs-CZ"/>
              <a:t>Druhá úroveň</a:t>
            </a:r>
          </a:p>
          <a:p>
            <a:pPr lvl="2" eaLnBrk="1" latinLnBrk="0" hangingPunct="1"/>
            <a:r>
              <a:rPr lang="cs-CZ"/>
              <a:t>Třetí úroveň</a:t>
            </a:r>
          </a:p>
          <a:p>
            <a:pPr lvl="3" eaLnBrk="1" latinLnBrk="0" hangingPunct="1"/>
            <a:r>
              <a:rPr lang="cs-CZ"/>
              <a:t>Čtvrtá úroveň</a:t>
            </a:r>
          </a:p>
          <a:p>
            <a:pPr lvl="4" eaLnBrk="1" latinLnBrk="0" hangingPunct="1"/>
            <a:r>
              <a:rPr lang="cs-CZ"/>
              <a:t>Pátá úroveň</a:t>
            </a:r>
            <a:endParaRPr kumimoji="0" lang="en-US"/>
          </a:p>
        </p:txBody>
      </p:sp>
    </p:spTree>
    <p:extLst>
      <p:ext uri="{BB962C8B-B14F-4D97-AF65-F5344CB8AC3E}">
        <p14:creationId xmlns:p14="http://schemas.microsoft.com/office/powerpoint/2010/main" val="2027674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7DBC9D3B-B00F-4DF2-A530-C9E5BC8837BB}" type="datetimeFigureOut">
              <a:rPr lang="cs-CZ" smtClean="0"/>
              <a:pPr/>
              <a:t>28.10.2024</a:t>
            </a:fld>
            <a:endParaRPr lang="cs-CZ"/>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a:xfrm>
            <a:off x="0" y="6248400"/>
            <a:ext cx="533400" cy="381000"/>
          </a:xfrm>
        </p:spPr>
        <p:txBody>
          <a:bodyPr/>
          <a:lstStyle>
            <a:lvl1pPr>
              <a:defRPr>
                <a:solidFill>
                  <a:schemeClr val="tx2"/>
                </a:solidFill>
              </a:defRPr>
            </a:lvl1pPr>
          </a:lstStyle>
          <a:p>
            <a:fld id="{22D678B2-D910-4B9F-8745-B0B8C181CD2F}" type="slidenum">
              <a:rPr lang="cs-CZ" smtClean="0"/>
              <a:pPr/>
              <a:t>‹#›</a:t>
            </a:fld>
            <a:endParaRPr lang="cs-CZ"/>
          </a:p>
        </p:txBody>
      </p:sp>
    </p:spTree>
    <p:extLst>
      <p:ext uri="{BB962C8B-B14F-4D97-AF65-F5344CB8AC3E}">
        <p14:creationId xmlns:p14="http://schemas.microsoft.com/office/powerpoint/2010/main" val="16523078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_Nadpis a obsah">
    <p:spTree>
      <p:nvGrpSpPr>
        <p:cNvPr id="1" name=""/>
        <p:cNvGrpSpPr/>
        <p:nvPr/>
      </p:nvGrpSpPr>
      <p:grpSpPr>
        <a:xfrm>
          <a:off x="0" y="0"/>
          <a:ext cx="0" cy="0"/>
          <a:chOff x="0" y="0"/>
          <a:chExt cx="0" cy="0"/>
        </a:xfrm>
      </p:grpSpPr>
      <p:sp>
        <p:nvSpPr>
          <p:cNvPr id="2" name="Nadpis 1"/>
          <p:cNvSpPr>
            <a:spLocks noGrp="1"/>
          </p:cNvSpPr>
          <p:nvPr>
            <p:ph type="title"/>
          </p:nvPr>
        </p:nvSpPr>
        <p:spPr>
          <a:xfrm>
            <a:off x="457200" y="1268760"/>
            <a:ext cx="8229600" cy="504056"/>
          </a:xfrm>
        </p:spPr>
        <p:txBody>
          <a:bodyPr/>
          <a:lstStyle/>
          <a:p>
            <a:r>
              <a:rPr lang="cs-CZ"/>
              <a:t>Klepnutím lze upravit styl předlohy nadpisů.</a:t>
            </a:r>
          </a:p>
        </p:txBody>
      </p:sp>
      <p:sp>
        <p:nvSpPr>
          <p:cNvPr id="3" name="Zástupný symbol pro obsah 2"/>
          <p:cNvSpPr>
            <a:spLocks noGrp="1"/>
          </p:cNvSpPr>
          <p:nvPr>
            <p:ph idx="1"/>
          </p:nvPr>
        </p:nvSpPr>
        <p:spPr>
          <a:xfrm>
            <a:off x="457200" y="1916832"/>
            <a:ext cx="8229600" cy="4381947"/>
          </a:xfrm>
        </p:spPr>
        <p:txBody>
          <a:bodyPr/>
          <a:lstStyle/>
          <a:p>
            <a:pPr lvl="0"/>
            <a:r>
              <a:rPr lang="cs-CZ" dirty="0"/>
              <a:t>Klepnutím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6"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8" name="Zástupný symbol pro text 7"/>
          <p:cNvSpPr>
            <a:spLocks noGrp="1"/>
          </p:cNvSpPr>
          <p:nvPr>
            <p:ph type="body" sz="quarter" idx="13"/>
          </p:nvPr>
        </p:nvSpPr>
        <p:spPr>
          <a:xfrm>
            <a:off x="4283968" y="260649"/>
            <a:ext cx="4392488" cy="360039"/>
          </a:xfr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2" name="Zástupný symbol pro text 11"/>
          <p:cNvSpPr>
            <a:spLocks noGrp="1"/>
          </p:cNvSpPr>
          <p:nvPr>
            <p:ph type="body" sz="quarter" idx="14" hasCustomPrompt="1"/>
          </p:nvPr>
        </p:nvSpPr>
        <p:spPr>
          <a:xfrm>
            <a:off x="4283199" y="620689"/>
            <a:ext cx="4393257" cy="216023"/>
          </a:xfrm>
        </p:spPr>
        <p:txBody>
          <a:bodyPr anchor="ctr" anchorCtr="0">
            <a:noAutofit/>
          </a:bodyPr>
          <a:lstStyle>
            <a:lvl1pPr>
              <a:buNone/>
              <a:defRPr sz="1200" b="1">
                <a:solidFill>
                  <a:schemeClr val="bg1"/>
                </a:solidFill>
              </a:defRPr>
            </a:lvl1pPr>
          </a:lstStyle>
          <a:p>
            <a:pPr lvl="0"/>
            <a:r>
              <a:rPr lang="cs-CZ" dirty="0"/>
              <a:t>Jméno Příjmení</a:t>
            </a:r>
          </a:p>
        </p:txBody>
      </p:sp>
    </p:spTree>
    <p:extLst>
      <p:ext uri="{BB962C8B-B14F-4D97-AF65-F5344CB8AC3E}">
        <p14:creationId xmlns:p14="http://schemas.microsoft.com/office/powerpoint/2010/main" val="32905144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Nadpis a obsah">
    <p:spTree>
      <p:nvGrpSpPr>
        <p:cNvPr id="1" name=""/>
        <p:cNvGrpSpPr/>
        <p:nvPr/>
      </p:nvGrpSpPr>
      <p:grpSpPr>
        <a:xfrm>
          <a:off x="0" y="0"/>
          <a:ext cx="0" cy="0"/>
          <a:chOff x="0" y="0"/>
          <a:chExt cx="0" cy="0"/>
        </a:xfrm>
      </p:grpSpPr>
      <p:sp>
        <p:nvSpPr>
          <p:cNvPr id="2" name="Nadpis 1"/>
          <p:cNvSpPr>
            <a:spLocks noGrp="1"/>
          </p:cNvSpPr>
          <p:nvPr>
            <p:ph type="title"/>
          </p:nvPr>
        </p:nvSpPr>
        <p:spPr>
          <a:xfrm>
            <a:off x="457200" y="1268760"/>
            <a:ext cx="8229600" cy="504056"/>
          </a:xfrm>
          <a:prstGeom prst="rect">
            <a:avLst/>
          </a:prstGeom>
        </p:spPr>
        <p:txBody>
          <a:bodyPr/>
          <a:lstStyle/>
          <a:p>
            <a:r>
              <a:rPr lang="cs-CZ"/>
              <a:t>Klepnutím lze upravit styl předlohy nadpisů.</a:t>
            </a:r>
          </a:p>
        </p:txBody>
      </p:sp>
      <p:sp>
        <p:nvSpPr>
          <p:cNvPr id="3" name="Zástupný symbol pro obsah 2"/>
          <p:cNvSpPr>
            <a:spLocks noGrp="1"/>
          </p:cNvSpPr>
          <p:nvPr>
            <p:ph idx="1"/>
          </p:nvPr>
        </p:nvSpPr>
        <p:spPr>
          <a:xfrm>
            <a:off x="457200" y="1916832"/>
            <a:ext cx="8229600" cy="4381947"/>
          </a:xfrm>
          <a:prstGeom prst="rect">
            <a:avLst/>
          </a:prstGeom>
        </p:spPr>
        <p:txBody>
          <a:bodyPr/>
          <a:lstStyle/>
          <a:p>
            <a:pPr lvl="0"/>
            <a:r>
              <a:rPr lang="cs-CZ" dirty="0"/>
              <a:t>Klepnutím lze upravit styly předlohy textu.</a:t>
            </a:r>
          </a:p>
          <a:p>
            <a:pPr lvl="1"/>
            <a:r>
              <a:rPr lang="cs-CZ" dirty="0"/>
              <a:t>Druhá úroveň</a:t>
            </a:r>
          </a:p>
          <a:p>
            <a:pPr lvl="2"/>
            <a:r>
              <a:rPr lang="cs-CZ" dirty="0"/>
              <a:t>Třetí úroveň</a:t>
            </a:r>
          </a:p>
          <a:p>
            <a:pPr lvl="3"/>
            <a:r>
              <a:rPr lang="cs-CZ" dirty="0"/>
              <a:t>Čtvrtá úroveň</a:t>
            </a:r>
          </a:p>
          <a:p>
            <a:pPr lvl="4"/>
            <a:r>
              <a:rPr lang="cs-CZ" dirty="0"/>
              <a:t>Pátá úroveň</a:t>
            </a:r>
          </a:p>
        </p:txBody>
      </p:sp>
      <p:sp>
        <p:nvSpPr>
          <p:cNvPr id="6" name="Zástupný symbol pro číslo snímku 5"/>
          <p:cNvSpPr>
            <a:spLocks noGrp="1"/>
          </p:cNvSpPr>
          <p:nvPr>
            <p:ph type="sldNum" sz="quarter" idx="12"/>
          </p:nvPr>
        </p:nvSpPr>
        <p:spPr>
          <a:xfrm>
            <a:off x="8604448" y="6381329"/>
            <a:ext cx="539552" cy="476672"/>
          </a:xfrm>
          <a:prstGeom prst="rect">
            <a:avLst/>
          </a:prstGeom>
        </p:spPr>
        <p:txBody>
          <a:bodyPr anchor="ctr" anchorCtr="0"/>
          <a:lstStyle>
            <a:lvl1pPr algn="ctr">
              <a:defRPr>
                <a:solidFill>
                  <a:schemeClr val="bg1"/>
                </a:solidFill>
              </a:defRPr>
            </a:lvl1pPr>
          </a:lstStyle>
          <a:p>
            <a:fld id="{3AEDDAAB-A658-44E2-8C71-DECE112013F5}" type="slidenum">
              <a:rPr lang="cs-CZ" smtClean="0"/>
              <a:pPr/>
              <a:t>‹#›</a:t>
            </a:fld>
            <a:endParaRPr lang="cs-CZ" dirty="0"/>
          </a:p>
        </p:txBody>
      </p:sp>
      <p:sp>
        <p:nvSpPr>
          <p:cNvPr id="8" name="Zástupný symbol pro text 7"/>
          <p:cNvSpPr>
            <a:spLocks noGrp="1"/>
          </p:cNvSpPr>
          <p:nvPr>
            <p:ph type="body" sz="quarter" idx="13"/>
          </p:nvPr>
        </p:nvSpPr>
        <p:spPr>
          <a:xfrm>
            <a:off x="4283968" y="260649"/>
            <a:ext cx="4392488" cy="360039"/>
          </a:xfrm>
          <a:prstGeom prst="rect">
            <a:avLst/>
          </a:prstGeom>
        </p:spPr>
        <p:txBody>
          <a:bodyPr anchor="ctr" anchorCtr="0">
            <a:normAutofit/>
          </a:bodyPr>
          <a:lstStyle>
            <a:lvl1pPr>
              <a:buNone/>
              <a:defRPr sz="1600" b="1">
                <a:solidFill>
                  <a:schemeClr val="bg1"/>
                </a:solidFill>
              </a:defRPr>
            </a:lvl1pPr>
          </a:lstStyle>
          <a:p>
            <a:pPr lvl="0"/>
            <a:r>
              <a:rPr lang="cs-CZ" dirty="0"/>
              <a:t>Klepnutím lze upravit styly předlohy textu.</a:t>
            </a:r>
          </a:p>
        </p:txBody>
      </p:sp>
      <p:sp>
        <p:nvSpPr>
          <p:cNvPr id="12" name="Zástupný symbol pro text 11"/>
          <p:cNvSpPr>
            <a:spLocks noGrp="1"/>
          </p:cNvSpPr>
          <p:nvPr>
            <p:ph type="body" sz="quarter" idx="14" hasCustomPrompt="1"/>
          </p:nvPr>
        </p:nvSpPr>
        <p:spPr>
          <a:xfrm>
            <a:off x="4283199" y="620689"/>
            <a:ext cx="4393257" cy="216023"/>
          </a:xfrm>
          <a:prstGeom prst="rect">
            <a:avLst/>
          </a:prstGeom>
        </p:spPr>
        <p:txBody>
          <a:bodyPr anchor="ctr" anchorCtr="0">
            <a:noAutofit/>
          </a:bodyPr>
          <a:lstStyle>
            <a:lvl1pPr>
              <a:buNone/>
              <a:defRPr sz="1200" b="1">
                <a:solidFill>
                  <a:schemeClr val="bg1"/>
                </a:solidFill>
              </a:defRPr>
            </a:lvl1pPr>
          </a:lstStyle>
          <a:p>
            <a:pPr lvl="0"/>
            <a:r>
              <a:rPr lang="cs-CZ" dirty="0"/>
              <a:t>Jméno Příjmení</a:t>
            </a:r>
          </a:p>
        </p:txBody>
      </p:sp>
    </p:spTree>
    <p:extLst>
      <p:ext uri="{BB962C8B-B14F-4D97-AF65-F5344CB8AC3E}">
        <p14:creationId xmlns:p14="http://schemas.microsoft.com/office/powerpoint/2010/main" val="1291401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966235"/>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 id="2147483744" r:id="rId21"/>
    <p:sldLayoutId id="2147483745" r:id="rId22"/>
    <p:sldLayoutId id="2147483746" r:id="rId23"/>
    <p:sldLayoutId id="2147483748" r:id="rId24"/>
    <p:sldLayoutId id="2147483749" r:id="rId25"/>
    <p:sldLayoutId id="2147483750" r:id="rId26"/>
    <p:sldLayoutId id="2147483722" r:id="rId2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cs-CZ"/>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2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2.xml"/><Relationship Id="rId1" Type="http://schemas.openxmlformats.org/officeDocument/2006/relationships/slideLayout" Target="../slideLayouts/slideLayout2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9.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body" sz="quarter" idx="12"/>
          </p:nvPr>
        </p:nvSpPr>
        <p:spPr>
          <a:xfrm>
            <a:off x="722376" y="1116698"/>
            <a:ext cx="7699248" cy="2904067"/>
          </a:xfrm>
        </p:spPr>
        <p:txBody>
          <a:bodyPr anchor="ctr">
            <a:normAutofit/>
          </a:bodyPr>
          <a:lstStyle/>
          <a:p>
            <a:pPr>
              <a:spcAft>
                <a:spcPts val="600"/>
              </a:spcAft>
            </a:pPr>
            <a:r>
              <a:rPr lang="en-GB" noProof="0" dirty="0"/>
              <a:t>Operations Research and Systems Analysis</a:t>
            </a:r>
            <a:endParaRPr lang="en-GB" noProof="0"/>
          </a:p>
        </p:txBody>
      </p:sp>
      <p:sp>
        <p:nvSpPr>
          <p:cNvPr id="3" name="Podnadpis 2"/>
          <p:cNvSpPr>
            <a:spLocks noGrp="1"/>
          </p:cNvSpPr>
          <p:nvPr>
            <p:ph type="body" sz="quarter" idx="11"/>
          </p:nvPr>
        </p:nvSpPr>
        <p:spPr>
          <a:xfrm>
            <a:off x="1331640" y="4403630"/>
            <a:ext cx="6408711" cy="652774"/>
          </a:xfrm>
        </p:spPr>
        <p:txBody>
          <a:bodyPr>
            <a:normAutofit/>
          </a:bodyPr>
          <a:lstStyle/>
          <a:p>
            <a:pPr lvl="0"/>
            <a:r>
              <a:rPr lang="en-GB" dirty="0"/>
              <a:t>Basics: Systems science, systems theory, mathematical modelling, hard x soft operations research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System</a:t>
            </a:r>
            <a:endParaRPr lang="cs-CZ" dirty="0"/>
          </a:p>
        </p:txBody>
      </p:sp>
      <p:sp>
        <p:nvSpPr>
          <p:cNvPr id="3" name="Zástupný symbol pro obsah 2"/>
          <p:cNvSpPr>
            <a:spLocks noGrp="1"/>
          </p:cNvSpPr>
          <p:nvPr>
            <p:ph sz="quarter" idx="1"/>
          </p:nvPr>
        </p:nvSpPr>
        <p:spPr/>
        <p:txBody>
          <a:bodyPr/>
          <a:lstStyle/>
          <a:p>
            <a:r>
              <a:rPr lang="en-GB" dirty="0"/>
              <a:t>Do you use that term?</a:t>
            </a:r>
          </a:p>
          <a:p>
            <a:r>
              <a:rPr lang="en-GB" dirty="0"/>
              <a:t>What do you imagine when we use that term?</a:t>
            </a:r>
          </a:p>
          <a:p>
            <a:endParaRPr lang="en-GB" dirty="0"/>
          </a:p>
          <a:p>
            <a:endParaRPr lang="en-GB" dirty="0"/>
          </a:p>
          <a:p>
            <a:r>
              <a:rPr lang="en-GB" dirty="0"/>
              <a:t>Do you feel the difference between terms „systematic“ and „systemic“?</a:t>
            </a:r>
          </a:p>
        </p:txBody>
      </p:sp>
    </p:spTree>
    <p:extLst>
      <p:ext uri="{BB962C8B-B14F-4D97-AF65-F5344CB8AC3E}">
        <p14:creationId xmlns:p14="http://schemas.microsoft.com/office/powerpoint/2010/main" val="389447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System</a:t>
            </a:r>
          </a:p>
        </p:txBody>
      </p:sp>
      <p:sp>
        <p:nvSpPr>
          <p:cNvPr id="3" name="Zástupný symbol pro obsah 2"/>
          <p:cNvSpPr>
            <a:spLocks noGrp="1"/>
          </p:cNvSpPr>
          <p:nvPr>
            <p:ph sz="quarter" idx="1"/>
          </p:nvPr>
        </p:nvSpPr>
        <p:spPr>
          <a:xfrm>
            <a:off x="612648" y="1600200"/>
            <a:ext cx="8153400" cy="4925144"/>
          </a:xfrm>
        </p:spPr>
        <p:txBody>
          <a:bodyPr>
            <a:normAutofit/>
          </a:bodyPr>
          <a:lstStyle/>
          <a:p>
            <a:r>
              <a:rPr lang="en-GB" b="1" i="1" noProof="0" dirty="0"/>
              <a:t>Set of</a:t>
            </a:r>
            <a:r>
              <a:rPr lang="en-GB" b="1" i="1" baseline="0" noProof="0" dirty="0"/>
              <a:t> parts or elements and relations between these</a:t>
            </a:r>
            <a:r>
              <a:rPr lang="en-GB" b="1" i="1" noProof="0" dirty="0"/>
              <a:t> elements. </a:t>
            </a:r>
            <a:endParaRPr lang="cs-CZ" b="1" i="1" noProof="0" dirty="0"/>
          </a:p>
          <a:p>
            <a:endParaRPr lang="cs-CZ" i="1" noProof="0" dirty="0"/>
          </a:p>
          <a:p>
            <a:r>
              <a:rPr lang="en-US" b="1" i="1" dirty="0"/>
              <a:t>A system is an entity that maintains its existence though the mutual interaction of its parts.</a:t>
            </a:r>
            <a:endParaRPr lang="cs-CZ" b="1" i="1" dirty="0"/>
          </a:p>
          <a:p>
            <a:endParaRPr lang="cs-CZ" i="1" dirty="0"/>
          </a:p>
          <a:p>
            <a:r>
              <a:rPr lang="en-GB" b="1" i="1" dirty="0"/>
              <a:t>A system is a set of elements or parts that is coherently organised and interconnected in a pattern or structure that produces a characteristic set of behaviours, often classified as it </a:t>
            </a:r>
            <a:r>
              <a:rPr lang="cs-CZ" b="1" i="1" dirty="0"/>
              <a:t>“</a:t>
            </a:r>
            <a:r>
              <a:rPr lang="en-GB" b="1" i="1" dirty="0"/>
              <a:t>function</a:t>
            </a:r>
            <a:r>
              <a:rPr lang="cs-CZ" b="1" i="1" dirty="0"/>
              <a:t>“</a:t>
            </a:r>
            <a:r>
              <a:rPr lang="en-GB" b="1" i="1" dirty="0"/>
              <a:t> or </a:t>
            </a:r>
            <a:r>
              <a:rPr lang="cs-CZ" b="1" i="1" dirty="0"/>
              <a:t>“</a:t>
            </a:r>
            <a:r>
              <a:rPr lang="en-GB" b="1" i="1" dirty="0"/>
              <a:t>purpose“</a:t>
            </a:r>
            <a:r>
              <a:rPr lang="cs-CZ" b="1" i="1" dirty="0"/>
              <a:t>.</a:t>
            </a:r>
            <a:endParaRPr lang="en-GB" b="1" i="1" dirty="0"/>
          </a:p>
          <a:p>
            <a:endParaRPr lang="cs-CZ" i="1" dirty="0"/>
          </a:p>
          <a:p>
            <a:endParaRPr lang="cs-CZ" i="1" noProof="0" dirty="0"/>
          </a:p>
          <a:p>
            <a:r>
              <a:rPr lang="en-GB" noProof="0" dirty="0"/>
              <a:t>The structure of the relations produces characteristic set of behaviours.</a:t>
            </a:r>
          </a:p>
          <a:p>
            <a:endParaRPr lang="en-GB" noProof="0" dirty="0"/>
          </a:p>
          <a:p>
            <a:pPr lvl="1"/>
            <a:r>
              <a:rPr lang="en-GB" noProof="0" dirty="0"/>
              <a:t>More than sum of its parts.</a:t>
            </a:r>
          </a:p>
          <a:p>
            <a:endParaRPr lang="en-GB" noProof="0" dirty="0"/>
          </a:p>
          <a:p>
            <a:endParaRPr lang="en-GB" noProof="0" dirty="0"/>
          </a:p>
          <a:p>
            <a:endParaRPr lang="en-GB" noProof="0" dirty="0"/>
          </a:p>
          <a:p>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System</a:t>
            </a:r>
          </a:p>
        </p:txBody>
      </p:sp>
      <p:sp>
        <p:nvSpPr>
          <p:cNvPr id="3" name="Zástupný symbol pro obsah 2"/>
          <p:cNvSpPr>
            <a:spLocks noGrp="1"/>
          </p:cNvSpPr>
          <p:nvPr>
            <p:ph sz="quarter" idx="1"/>
          </p:nvPr>
        </p:nvSpPr>
        <p:spPr/>
        <p:txBody>
          <a:bodyPr/>
          <a:lstStyle/>
          <a:p>
            <a:r>
              <a:rPr lang="cs-CZ" b="1" noProof="0" dirty="0"/>
              <a:t>Emergence</a:t>
            </a:r>
          </a:p>
          <a:p>
            <a:pPr lvl="1"/>
            <a:r>
              <a:rPr lang="en-US" dirty="0"/>
              <a:t>arise </a:t>
            </a:r>
            <a:r>
              <a:rPr lang="cs-CZ" dirty="0" err="1"/>
              <a:t>of</a:t>
            </a:r>
            <a:r>
              <a:rPr lang="cs-CZ" dirty="0"/>
              <a:t> </a:t>
            </a:r>
            <a:r>
              <a:rPr lang="en-US" dirty="0"/>
              <a:t>characteristics</a:t>
            </a:r>
            <a:r>
              <a:rPr lang="cs-CZ" dirty="0"/>
              <a:t> </a:t>
            </a:r>
            <a:r>
              <a:rPr lang="cs-CZ" dirty="0" err="1"/>
              <a:t>or</a:t>
            </a:r>
            <a:r>
              <a:rPr lang="cs-CZ" dirty="0"/>
              <a:t> </a:t>
            </a:r>
            <a:r>
              <a:rPr lang="cs-CZ" dirty="0" err="1"/>
              <a:t>functions</a:t>
            </a:r>
            <a:r>
              <a:rPr lang="en-US" dirty="0"/>
              <a:t> which</a:t>
            </a:r>
            <a:r>
              <a:rPr lang="cs-CZ" dirty="0"/>
              <a:t> </a:t>
            </a:r>
            <a:r>
              <a:rPr lang="cs-CZ" dirty="0" err="1"/>
              <a:t>can‘t</a:t>
            </a:r>
            <a:r>
              <a:rPr lang="en-US" dirty="0"/>
              <a:t>  be found as characteristic</a:t>
            </a:r>
            <a:r>
              <a:rPr lang="cs-CZ" dirty="0"/>
              <a:t> </a:t>
            </a:r>
            <a:r>
              <a:rPr lang="cs-CZ" dirty="0" err="1"/>
              <a:t>or</a:t>
            </a:r>
            <a:r>
              <a:rPr lang="cs-CZ" dirty="0"/>
              <a:t> </a:t>
            </a:r>
            <a:r>
              <a:rPr lang="cs-CZ" dirty="0" err="1"/>
              <a:t>function</a:t>
            </a:r>
            <a:r>
              <a:rPr lang="cs-CZ" dirty="0"/>
              <a:t> </a:t>
            </a:r>
            <a:r>
              <a:rPr lang="en-US" dirty="0"/>
              <a:t>of any of the parts</a:t>
            </a:r>
            <a:r>
              <a:rPr lang="cs-CZ" dirty="0"/>
              <a:t>/</a:t>
            </a:r>
            <a:r>
              <a:rPr lang="cs-CZ" dirty="0" err="1"/>
              <a:t>elements</a:t>
            </a:r>
            <a:endParaRPr lang="cs-CZ" dirty="0"/>
          </a:p>
          <a:p>
            <a:pPr lvl="1"/>
            <a:endParaRPr lang="cs-CZ" noProof="0" dirty="0"/>
          </a:p>
          <a:p>
            <a:pPr lvl="1"/>
            <a:r>
              <a:rPr lang="cs-CZ" dirty="0"/>
              <a:t>Arise </a:t>
            </a:r>
            <a:r>
              <a:rPr lang="cs-CZ" dirty="0" err="1"/>
              <a:t>from</a:t>
            </a:r>
            <a:r>
              <a:rPr lang="cs-CZ" dirty="0"/>
              <a:t> </a:t>
            </a:r>
            <a:r>
              <a:rPr lang="cs-CZ" dirty="0" err="1"/>
              <a:t>the</a:t>
            </a:r>
            <a:r>
              <a:rPr lang="cs-CZ" dirty="0"/>
              <a:t> </a:t>
            </a:r>
            <a:r>
              <a:rPr lang="cs-CZ" dirty="0" err="1"/>
              <a:t>structure</a:t>
            </a:r>
            <a:r>
              <a:rPr lang="cs-CZ" dirty="0"/>
              <a:t> </a:t>
            </a:r>
            <a:r>
              <a:rPr lang="cs-CZ" dirty="0" err="1"/>
              <a:t>of</a:t>
            </a:r>
            <a:r>
              <a:rPr lang="cs-CZ" dirty="0"/>
              <a:t> </a:t>
            </a:r>
            <a:r>
              <a:rPr lang="cs-CZ" dirty="0" err="1"/>
              <a:t>interconnections</a:t>
            </a:r>
            <a:endParaRPr lang="cs-CZ" noProof="0" dirty="0"/>
          </a:p>
          <a:p>
            <a:pPr lvl="1"/>
            <a:endParaRPr lang="cs-CZ" noProof="0" dirty="0"/>
          </a:p>
          <a:p>
            <a:endParaRPr lang="en-GB" noProof="0" dirty="0"/>
          </a:p>
        </p:txBody>
      </p:sp>
    </p:spTree>
    <p:extLst>
      <p:ext uri="{BB962C8B-B14F-4D97-AF65-F5344CB8AC3E}">
        <p14:creationId xmlns:p14="http://schemas.microsoft.com/office/powerpoint/2010/main" val="326618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System</a:t>
            </a:r>
          </a:p>
        </p:txBody>
      </p:sp>
      <p:sp>
        <p:nvSpPr>
          <p:cNvPr id="3" name="Zástupný symbol pro obsah 2"/>
          <p:cNvSpPr>
            <a:spLocks noGrp="1"/>
          </p:cNvSpPr>
          <p:nvPr>
            <p:ph sz="quarter" idx="1"/>
          </p:nvPr>
        </p:nvSpPr>
        <p:spPr>
          <a:xfrm>
            <a:off x="612648" y="1600200"/>
            <a:ext cx="8153400" cy="4925144"/>
          </a:xfrm>
        </p:spPr>
        <p:txBody>
          <a:bodyPr>
            <a:normAutofit/>
          </a:bodyPr>
          <a:lstStyle/>
          <a:p>
            <a:endParaRPr lang="cs-CZ" dirty="0"/>
          </a:p>
          <a:p>
            <a:endParaRPr lang="cs-CZ" dirty="0"/>
          </a:p>
          <a:p>
            <a:endParaRPr lang="cs-CZ" dirty="0"/>
          </a:p>
          <a:p>
            <a:r>
              <a:rPr lang="cs-CZ" dirty="0"/>
              <a:t>OK </a:t>
            </a:r>
            <a:r>
              <a:rPr lang="cs-CZ" dirty="0" err="1"/>
              <a:t>that‘s</a:t>
            </a:r>
            <a:r>
              <a:rPr lang="cs-CZ" dirty="0"/>
              <a:t> </a:t>
            </a:r>
            <a:r>
              <a:rPr lang="cs-CZ" dirty="0" err="1"/>
              <a:t>clear</a:t>
            </a:r>
            <a:r>
              <a:rPr lang="cs-CZ" dirty="0"/>
              <a:t>…</a:t>
            </a:r>
          </a:p>
          <a:p>
            <a:endParaRPr lang="cs-CZ" dirty="0"/>
          </a:p>
          <a:p>
            <a:r>
              <a:rPr lang="cs-CZ" dirty="0"/>
              <a:t>So </a:t>
            </a:r>
            <a:r>
              <a:rPr lang="cs-CZ" dirty="0" err="1"/>
              <a:t>what</a:t>
            </a:r>
            <a:r>
              <a:rPr lang="cs-CZ" dirty="0"/>
              <a:t> </a:t>
            </a:r>
            <a:r>
              <a:rPr lang="cs-CZ" dirty="0" err="1"/>
              <a:t>is</a:t>
            </a:r>
            <a:r>
              <a:rPr lang="cs-CZ" dirty="0"/>
              <a:t> not a </a:t>
            </a:r>
            <a:r>
              <a:rPr lang="cs-CZ" dirty="0" err="1"/>
              <a:t>system</a:t>
            </a:r>
            <a:r>
              <a:rPr lang="cs-CZ" dirty="0"/>
              <a:t>?</a:t>
            </a:r>
            <a:endParaRPr lang="en-GB" dirty="0"/>
          </a:p>
          <a:p>
            <a:endParaRPr lang="en-GB" noProof="0" dirty="0"/>
          </a:p>
          <a:p>
            <a:endParaRPr lang="en-GB" dirty="0"/>
          </a:p>
        </p:txBody>
      </p:sp>
    </p:spTree>
    <p:extLst>
      <p:ext uri="{BB962C8B-B14F-4D97-AF65-F5344CB8AC3E}">
        <p14:creationId xmlns:p14="http://schemas.microsoft.com/office/powerpoint/2010/main" val="1106441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System</a:t>
            </a:r>
          </a:p>
        </p:txBody>
      </p:sp>
      <p:sp>
        <p:nvSpPr>
          <p:cNvPr id="3" name="Zástupný symbol pro obsah 2"/>
          <p:cNvSpPr>
            <a:spLocks noGrp="1"/>
          </p:cNvSpPr>
          <p:nvPr>
            <p:ph sz="quarter" idx="1"/>
          </p:nvPr>
        </p:nvSpPr>
        <p:spPr>
          <a:xfrm>
            <a:off x="612648" y="1600200"/>
            <a:ext cx="8153400" cy="4925144"/>
          </a:xfrm>
        </p:spPr>
        <p:txBody>
          <a:bodyPr>
            <a:normAutofit/>
          </a:bodyPr>
          <a:lstStyle/>
          <a:p>
            <a:endParaRPr lang="cs-CZ" dirty="0"/>
          </a:p>
          <a:p>
            <a:endParaRPr lang="cs-CZ" dirty="0"/>
          </a:p>
          <a:p>
            <a:r>
              <a:rPr lang="en-GB" dirty="0"/>
              <a:t>ISSS</a:t>
            </a:r>
            <a:r>
              <a:rPr lang="cs-CZ" dirty="0"/>
              <a:t>:</a:t>
            </a:r>
            <a:r>
              <a:rPr lang="en-GB" dirty="0"/>
              <a:t> </a:t>
            </a:r>
            <a:r>
              <a:rPr lang="cs-CZ" dirty="0"/>
              <a:t>„</a:t>
            </a:r>
            <a:r>
              <a:rPr lang="en-GB" dirty="0"/>
              <a:t>What Is A </a:t>
            </a:r>
            <a:r>
              <a:rPr lang="en-GB" dirty="0" err="1"/>
              <a:t>Syst</a:t>
            </a:r>
            <a:r>
              <a:rPr lang="cs-CZ" dirty="0"/>
              <a:t>e</a:t>
            </a:r>
            <a:r>
              <a:rPr lang="en-GB" dirty="0"/>
              <a:t>m</a:t>
            </a:r>
            <a:r>
              <a:rPr lang="cs-CZ" dirty="0"/>
              <a:t>“</a:t>
            </a:r>
          </a:p>
          <a:p>
            <a:pPr lvl="1"/>
            <a:r>
              <a:rPr lang="en-GB" dirty="0"/>
              <a:t>“a system is anything you look at as a system.”</a:t>
            </a:r>
            <a:r>
              <a:rPr lang="cs-CZ" dirty="0"/>
              <a:t> </a:t>
            </a:r>
          </a:p>
          <a:p>
            <a:pPr lvl="1"/>
            <a:endParaRPr lang="cs-CZ" dirty="0"/>
          </a:p>
          <a:p>
            <a:r>
              <a:rPr lang="cs-CZ" dirty="0" err="1"/>
              <a:t>Specific</a:t>
            </a:r>
            <a:r>
              <a:rPr lang="cs-CZ" dirty="0"/>
              <a:t> point </a:t>
            </a:r>
            <a:r>
              <a:rPr lang="cs-CZ" dirty="0" err="1"/>
              <a:t>of</a:t>
            </a:r>
            <a:r>
              <a:rPr lang="cs-CZ" dirty="0"/>
              <a:t> </a:t>
            </a:r>
            <a:r>
              <a:rPr lang="cs-CZ" dirty="0" err="1"/>
              <a:t>view</a:t>
            </a:r>
            <a:r>
              <a:rPr lang="cs-CZ" dirty="0"/>
              <a:t>.</a:t>
            </a:r>
          </a:p>
          <a:p>
            <a:r>
              <a:rPr lang="cs-CZ" dirty="0" err="1"/>
              <a:t>We</a:t>
            </a:r>
            <a:r>
              <a:rPr lang="cs-CZ" dirty="0"/>
              <a:t> </a:t>
            </a:r>
            <a:r>
              <a:rPr lang="cs-CZ" dirty="0" err="1"/>
              <a:t>define</a:t>
            </a:r>
            <a:r>
              <a:rPr lang="cs-CZ" dirty="0"/>
              <a:t> </a:t>
            </a:r>
            <a:r>
              <a:rPr lang="cs-CZ" dirty="0" err="1"/>
              <a:t>the</a:t>
            </a:r>
            <a:r>
              <a:rPr lang="cs-CZ" dirty="0"/>
              <a:t> </a:t>
            </a:r>
            <a:r>
              <a:rPr lang="cs-CZ" dirty="0" err="1"/>
              <a:t>system</a:t>
            </a:r>
            <a:r>
              <a:rPr lang="cs-CZ" dirty="0"/>
              <a:t> </a:t>
            </a:r>
            <a:r>
              <a:rPr lang="cs-CZ" dirty="0" err="1"/>
              <a:t>with</a:t>
            </a:r>
            <a:r>
              <a:rPr lang="cs-CZ" dirty="0"/>
              <a:t> </a:t>
            </a:r>
            <a:r>
              <a:rPr lang="cs-CZ" dirty="0" err="1"/>
              <a:t>some</a:t>
            </a:r>
            <a:r>
              <a:rPr lang="cs-CZ" dirty="0"/>
              <a:t> </a:t>
            </a:r>
            <a:r>
              <a:rPr lang="cs-CZ" dirty="0" err="1"/>
              <a:t>purpose</a:t>
            </a:r>
            <a:r>
              <a:rPr lang="cs-CZ" dirty="0"/>
              <a:t>.</a:t>
            </a:r>
            <a:endParaRPr lang="en-GB" dirty="0"/>
          </a:p>
          <a:p>
            <a:endParaRPr lang="en-GB" noProof="0" dirty="0"/>
          </a:p>
          <a:p>
            <a:endParaRPr lang="en-GB" dirty="0"/>
          </a:p>
        </p:txBody>
      </p:sp>
    </p:spTree>
    <p:extLst>
      <p:ext uri="{BB962C8B-B14F-4D97-AF65-F5344CB8AC3E}">
        <p14:creationId xmlns:p14="http://schemas.microsoft.com/office/powerpoint/2010/main" val="2950072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System</a:t>
            </a:r>
          </a:p>
        </p:txBody>
      </p:sp>
      <p:sp>
        <p:nvSpPr>
          <p:cNvPr id="3" name="Zástupný symbol pro obsah 2"/>
          <p:cNvSpPr>
            <a:spLocks noGrp="1"/>
          </p:cNvSpPr>
          <p:nvPr>
            <p:ph sz="quarter" idx="1"/>
          </p:nvPr>
        </p:nvSpPr>
        <p:spPr>
          <a:xfrm>
            <a:off x="612648" y="1600200"/>
            <a:ext cx="8153400" cy="4853136"/>
          </a:xfrm>
        </p:spPr>
        <p:txBody>
          <a:bodyPr>
            <a:normAutofit/>
          </a:bodyPr>
          <a:lstStyle/>
          <a:p>
            <a:r>
              <a:rPr lang="en-GB" b="1" noProof="0" dirty="0"/>
              <a:t>Elements</a:t>
            </a:r>
            <a:r>
              <a:rPr lang="en-GB" noProof="0" dirty="0"/>
              <a:t> </a:t>
            </a:r>
            <a:endParaRPr lang="cs-CZ" noProof="0" dirty="0"/>
          </a:p>
          <a:p>
            <a:pPr lvl="1"/>
            <a:r>
              <a:rPr lang="en-GB" noProof="0" dirty="0"/>
              <a:t>depends on our goal, </a:t>
            </a:r>
            <a:endParaRPr lang="cs-CZ" noProof="0" dirty="0"/>
          </a:p>
          <a:p>
            <a:pPr lvl="1"/>
            <a:r>
              <a:rPr lang="en-GB" noProof="0" dirty="0"/>
              <a:t>can be divided into sub-elements and these can be divided into sub-sub-elements…</a:t>
            </a:r>
            <a:r>
              <a:rPr lang="cs-CZ" noProof="0" dirty="0"/>
              <a:t>,</a:t>
            </a:r>
          </a:p>
          <a:p>
            <a:pPr lvl="1"/>
            <a:r>
              <a:rPr lang="cs-CZ" dirty="0"/>
              <a:t>Not </a:t>
            </a:r>
            <a:r>
              <a:rPr lang="en-GB" dirty="0"/>
              <a:t>necessarily physical objects </a:t>
            </a:r>
          </a:p>
          <a:p>
            <a:endParaRPr lang="en-GB" noProof="0" dirty="0"/>
          </a:p>
          <a:p>
            <a:r>
              <a:rPr lang="en-GB" noProof="0" dirty="0"/>
              <a:t>First focus on </a:t>
            </a:r>
            <a:r>
              <a:rPr lang="en-GB" b="1" noProof="0" dirty="0"/>
              <a:t>relations</a:t>
            </a:r>
            <a:r>
              <a:rPr lang="en-GB" noProof="0" dirty="0"/>
              <a:t>, </a:t>
            </a:r>
            <a:r>
              <a:rPr lang="en-GB" b="1" noProof="0" dirty="0"/>
              <a:t>interconnections</a:t>
            </a:r>
            <a:r>
              <a:rPr lang="en-GB" noProof="0" dirty="0"/>
              <a:t>.</a:t>
            </a:r>
            <a:endParaRPr lang="cs-CZ" noProof="0" dirty="0"/>
          </a:p>
          <a:p>
            <a:endParaRPr lang="en-GB" noProof="0" dirty="0"/>
          </a:p>
          <a:p>
            <a:pPr marL="320040" marR="0" indent="-320040" algn="l" defTabSz="914400" rtl="0" eaLnBrk="1" fontAlgn="auto" latinLnBrk="0" hangingPunct="1">
              <a:lnSpc>
                <a:spcPct val="100000"/>
              </a:lnSpc>
              <a:spcBef>
                <a:spcPts val="700"/>
              </a:spcBef>
              <a:spcAft>
                <a:spcPts val="0"/>
              </a:spcAft>
              <a:buClr>
                <a:schemeClr val="accent2"/>
              </a:buClr>
              <a:buSzPct val="60000"/>
              <a:buFont typeface="Wingdings"/>
              <a:buChar char=""/>
              <a:tabLst/>
              <a:defRPr/>
            </a:pPr>
            <a:r>
              <a:rPr lang="en-GB" noProof="0" dirty="0"/>
              <a:t>System has </a:t>
            </a:r>
            <a:r>
              <a:rPr lang="en-GB" b="1" noProof="0" dirty="0"/>
              <a:t>purpose</a:t>
            </a:r>
            <a:r>
              <a:rPr lang="en-GB" noProof="0" dirty="0"/>
              <a:t>/</a:t>
            </a:r>
            <a:r>
              <a:rPr lang="en-GB" b="1" noProof="0" dirty="0"/>
              <a:t>function</a:t>
            </a:r>
            <a:r>
              <a:rPr lang="en-GB" noProof="0" dirty="0"/>
              <a:t>. </a:t>
            </a:r>
            <a:endParaRPr lang="cs-CZ" noProof="0" dirty="0"/>
          </a:p>
          <a:p>
            <a:pPr lvl="1">
              <a:defRPr/>
            </a:pPr>
            <a:r>
              <a:rPr lang="en-GB" dirty="0"/>
              <a:t>It is determinant of the behaviour.</a:t>
            </a:r>
          </a:p>
          <a:p>
            <a:endParaRPr lang="en-GB"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System</a:t>
            </a:r>
          </a:p>
        </p:txBody>
      </p:sp>
      <p:graphicFrame>
        <p:nvGraphicFramePr>
          <p:cNvPr id="5" name="Zástupný symbol pro obsah 5"/>
          <p:cNvGraphicFramePr>
            <a:graphicFrameLocks/>
          </p:cNvGraphicFramePr>
          <p:nvPr>
            <p:extLst>
              <p:ext uri="{D42A27DB-BD31-4B8C-83A1-F6EECF244321}">
                <p14:modId xmlns:p14="http://schemas.microsoft.com/office/powerpoint/2010/main" val="916866720"/>
              </p:ext>
            </p:extLst>
          </p:nvPr>
        </p:nvGraphicFramePr>
        <p:xfrm>
          <a:off x="1547664" y="1897547"/>
          <a:ext cx="4834880" cy="4239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2905531867"/>
              </p:ext>
            </p:extLst>
          </p:nvPr>
        </p:nvGraphicFramePr>
        <p:xfrm>
          <a:off x="1547664" y="1909358"/>
          <a:ext cx="4855368" cy="423919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TextovéPole 6"/>
          <p:cNvSpPr txBox="1"/>
          <p:nvPr/>
        </p:nvSpPr>
        <p:spPr>
          <a:xfrm>
            <a:off x="2632956" y="2257639"/>
            <a:ext cx="2664296" cy="830997"/>
          </a:xfrm>
          <a:prstGeom prst="rect">
            <a:avLst/>
          </a:prstGeom>
          <a:noFill/>
        </p:spPr>
        <p:txBody>
          <a:bodyPr wrap="square" rtlCol="0">
            <a:spAutoFit/>
          </a:bodyPr>
          <a:lstStyle/>
          <a:p>
            <a:pPr algn="ctr"/>
            <a:r>
              <a:rPr lang="cs-CZ" sz="4800" b="1" dirty="0" err="1">
                <a:solidFill>
                  <a:schemeClr val="accent6">
                    <a:lumMod val="75000"/>
                  </a:schemeClr>
                </a:solidFill>
              </a:rPr>
              <a:t>Elements</a:t>
            </a:r>
            <a:endParaRPr lang="en-GB" sz="4800" b="1" dirty="0">
              <a:solidFill>
                <a:schemeClr val="accent6">
                  <a:lumMod val="75000"/>
                </a:schemeClr>
              </a:solidFill>
            </a:endParaRPr>
          </a:p>
        </p:txBody>
      </p:sp>
      <p:sp>
        <p:nvSpPr>
          <p:cNvPr id="8" name="TextovéPole 7"/>
          <p:cNvSpPr txBox="1"/>
          <p:nvPr/>
        </p:nvSpPr>
        <p:spPr>
          <a:xfrm>
            <a:off x="2629289" y="3613458"/>
            <a:ext cx="2617420" cy="830997"/>
          </a:xfrm>
          <a:prstGeom prst="rect">
            <a:avLst/>
          </a:prstGeom>
          <a:noFill/>
        </p:spPr>
        <p:txBody>
          <a:bodyPr wrap="square" rtlCol="0">
            <a:spAutoFit/>
          </a:bodyPr>
          <a:lstStyle/>
          <a:p>
            <a:pPr algn="ctr"/>
            <a:r>
              <a:rPr lang="cs-CZ" sz="4800" b="1" dirty="0">
                <a:solidFill>
                  <a:schemeClr val="accent6">
                    <a:lumMod val="75000"/>
                  </a:schemeClr>
                </a:solidFill>
              </a:rPr>
              <a:t>Relations</a:t>
            </a:r>
            <a:endParaRPr lang="en-GB" sz="4800" b="1" dirty="0">
              <a:solidFill>
                <a:schemeClr val="accent6">
                  <a:lumMod val="75000"/>
                </a:schemeClr>
              </a:solidFill>
            </a:endParaRPr>
          </a:p>
        </p:txBody>
      </p:sp>
      <p:sp>
        <p:nvSpPr>
          <p:cNvPr id="9" name="TextovéPole 8"/>
          <p:cNvSpPr txBox="1"/>
          <p:nvPr/>
        </p:nvSpPr>
        <p:spPr>
          <a:xfrm>
            <a:off x="1547664" y="4969277"/>
            <a:ext cx="4855367" cy="830997"/>
          </a:xfrm>
          <a:prstGeom prst="rect">
            <a:avLst/>
          </a:prstGeom>
          <a:noFill/>
        </p:spPr>
        <p:txBody>
          <a:bodyPr wrap="square" rtlCol="0">
            <a:spAutoFit/>
          </a:bodyPr>
          <a:lstStyle/>
          <a:p>
            <a:pPr algn="ctr"/>
            <a:r>
              <a:rPr lang="cs-CZ" sz="4800" b="1" dirty="0" err="1">
                <a:solidFill>
                  <a:schemeClr val="accent6">
                    <a:lumMod val="75000"/>
                  </a:schemeClr>
                </a:solidFill>
              </a:rPr>
              <a:t>Purpose</a:t>
            </a:r>
            <a:r>
              <a:rPr lang="cs-CZ" sz="4800" b="1" dirty="0">
                <a:solidFill>
                  <a:schemeClr val="accent6">
                    <a:lumMod val="75000"/>
                  </a:schemeClr>
                </a:solidFill>
              </a:rPr>
              <a:t>/</a:t>
            </a:r>
            <a:r>
              <a:rPr lang="cs-CZ" sz="4800" b="1" dirty="0" err="1">
                <a:solidFill>
                  <a:schemeClr val="accent6">
                    <a:lumMod val="75000"/>
                  </a:schemeClr>
                </a:solidFill>
              </a:rPr>
              <a:t>function</a:t>
            </a:r>
            <a:endParaRPr lang="en-GB" sz="4800" b="1" dirty="0">
              <a:solidFill>
                <a:schemeClr val="accent6">
                  <a:lumMod val="75000"/>
                </a:schemeClr>
              </a:solidFill>
            </a:endParaRPr>
          </a:p>
        </p:txBody>
      </p:sp>
      <p:sp>
        <p:nvSpPr>
          <p:cNvPr id="10" name="TextovéPole 9"/>
          <p:cNvSpPr txBox="1"/>
          <p:nvPr/>
        </p:nvSpPr>
        <p:spPr>
          <a:xfrm>
            <a:off x="1557907" y="1368749"/>
            <a:ext cx="4834880" cy="369332"/>
          </a:xfrm>
          <a:prstGeom prst="rect">
            <a:avLst/>
          </a:prstGeom>
          <a:noFill/>
        </p:spPr>
        <p:txBody>
          <a:bodyPr wrap="square" rtlCol="0">
            <a:spAutoFit/>
          </a:bodyPr>
          <a:lstStyle/>
          <a:p>
            <a:pPr algn="ctr"/>
            <a:r>
              <a:rPr lang="cs-CZ" b="1" dirty="0" err="1">
                <a:solidFill>
                  <a:srgbClr val="C00000"/>
                </a:solidFill>
              </a:rPr>
              <a:t>How</a:t>
            </a:r>
            <a:r>
              <a:rPr lang="cs-CZ" b="1" dirty="0">
                <a:solidFill>
                  <a:srgbClr val="C00000"/>
                </a:solidFill>
              </a:rPr>
              <a:t> </a:t>
            </a:r>
            <a:r>
              <a:rPr lang="cs-CZ" b="1" dirty="0" err="1">
                <a:solidFill>
                  <a:srgbClr val="C00000"/>
                </a:solidFill>
              </a:rPr>
              <a:t>simple</a:t>
            </a:r>
            <a:r>
              <a:rPr lang="cs-CZ" b="1" dirty="0">
                <a:solidFill>
                  <a:srgbClr val="C00000"/>
                </a:solidFill>
              </a:rPr>
              <a:t> </a:t>
            </a:r>
            <a:r>
              <a:rPr lang="cs-CZ" b="1" dirty="0" err="1">
                <a:solidFill>
                  <a:srgbClr val="C00000"/>
                </a:solidFill>
              </a:rPr>
              <a:t>it</a:t>
            </a:r>
            <a:r>
              <a:rPr lang="cs-CZ" b="1" dirty="0">
                <a:solidFill>
                  <a:srgbClr val="C00000"/>
                </a:solidFill>
              </a:rPr>
              <a:t> </a:t>
            </a:r>
            <a:r>
              <a:rPr lang="cs-CZ" b="1" dirty="0" err="1">
                <a:solidFill>
                  <a:srgbClr val="C00000"/>
                </a:solidFill>
              </a:rPr>
              <a:t>is</a:t>
            </a:r>
            <a:r>
              <a:rPr lang="cs-CZ" b="1" dirty="0">
                <a:solidFill>
                  <a:srgbClr val="C00000"/>
                </a:solidFill>
              </a:rPr>
              <a:t> to </a:t>
            </a:r>
            <a:r>
              <a:rPr lang="cs-CZ" b="1" dirty="0" err="1">
                <a:solidFill>
                  <a:srgbClr val="C00000"/>
                </a:solidFill>
              </a:rPr>
              <a:t>identify</a:t>
            </a:r>
            <a:endParaRPr lang="en-GB" b="1" dirty="0">
              <a:solidFill>
                <a:srgbClr val="C00000"/>
              </a:solidFill>
            </a:endParaRPr>
          </a:p>
        </p:txBody>
      </p:sp>
      <p:sp>
        <p:nvSpPr>
          <p:cNvPr id="11" name="Bublinový popisek ve tvaru obláčku 10"/>
          <p:cNvSpPr/>
          <p:nvPr/>
        </p:nvSpPr>
        <p:spPr>
          <a:xfrm>
            <a:off x="6328334" y="0"/>
            <a:ext cx="2708162" cy="5661248"/>
          </a:xfrm>
          <a:prstGeom prst="cloudCallout">
            <a:avLst>
              <a:gd name="adj1" fmla="val -42542"/>
              <a:gd name="adj2" fmla="val -79778"/>
            </a:avLst>
          </a:prstGeom>
        </p:spPr>
        <p:style>
          <a:lnRef idx="2">
            <a:schemeClr val="dk1"/>
          </a:lnRef>
          <a:fillRef idx="1">
            <a:schemeClr val="lt1"/>
          </a:fillRef>
          <a:effectRef idx="0">
            <a:schemeClr val="dk1"/>
          </a:effectRef>
          <a:fontRef idx="minor">
            <a:schemeClr val="dk1"/>
          </a:fontRef>
        </p:style>
        <p:txBody>
          <a:bodyPr rtlCol="0" anchor="ctr"/>
          <a:lstStyle/>
          <a:p>
            <a:pPr algn="ctr"/>
            <a:r>
              <a:rPr lang="cs-CZ" sz="2000" dirty="0" err="1">
                <a:latin typeface="Comic Sans MS" panose="030F0702030302020204" pitchFamily="66" charset="0"/>
              </a:rPr>
              <a:t>There</a:t>
            </a:r>
            <a:r>
              <a:rPr lang="cs-CZ" sz="2000" dirty="0">
                <a:latin typeface="Comic Sans MS" panose="030F0702030302020204" pitchFamily="66" charset="0"/>
              </a:rPr>
              <a:t> are </a:t>
            </a:r>
            <a:r>
              <a:rPr lang="cs-CZ" sz="2000" dirty="0" err="1">
                <a:latin typeface="Comic Sans MS" panose="030F0702030302020204" pitchFamily="66" charset="0"/>
              </a:rPr>
              <a:t>exeptions</a:t>
            </a:r>
            <a:r>
              <a:rPr lang="cs-CZ" sz="2000" dirty="0">
                <a:latin typeface="Comic Sans MS" panose="030F0702030302020204" pitchFamily="66" charset="0"/>
              </a:rPr>
              <a:t> </a:t>
            </a:r>
            <a:r>
              <a:rPr lang="cs-CZ" sz="2000" dirty="0" err="1">
                <a:latin typeface="Comic Sans MS" panose="030F0702030302020204" pitchFamily="66" charset="0"/>
              </a:rPr>
              <a:t>e.g</a:t>
            </a:r>
            <a:r>
              <a:rPr lang="cs-CZ" sz="2000" dirty="0">
                <a:latin typeface="Comic Sans MS" panose="030F0702030302020204" pitchFamily="66" charset="0"/>
              </a:rPr>
              <a:t>. President </a:t>
            </a:r>
            <a:r>
              <a:rPr lang="cs-CZ" sz="2000" dirty="0" err="1">
                <a:latin typeface="Comic Sans MS" panose="030F0702030302020204" pitchFamily="66" charset="0"/>
              </a:rPr>
              <a:t>of</a:t>
            </a:r>
            <a:r>
              <a:rPr lang="cs-CZ" sz="2000" dirty="0">
                <a:latin typeface="Comic Sans MS" panose="030F0702030302020204" pitchFamily="66" charset="0"/>
              </a:rPr>
              <a:t> </a:t>
            </a:r>
            <a:r>
              <a:rPr lang="cs-CZ" sz="2000" dirty="0" err="1">
                <a:latin typeface="Comic Sans MS" panose="030F0702030302020204" pitchFamily="66" charset="0"/>
              </a:rPr>
              <a:t>the</a:t>
            </a:r>
            <a:r>
              <a:rPr lang="cs-CZ" sz="2000" dirty="0">
                <a:latin typeface="Comic Sans MS" panose="030F0702030302020204" pitchFamily="66" charset="0"/>
              </a:rPr>
              <a:t> USA </a:t>
            </a:r>
            <a:r>
              <a:rPr lang="cs-CZ" sz="2000" dirty="0" err="1">
                <a:latin typeface="Comic Sans MS" panose="030F0702030302020204" pitchFamily="66" charset="0"/>
              </a:rPr>
              <a:t>is</a:t>
            </a:r>
            <a:r>
              <a:rPr lang="cs-CZ" sz="2000" dirty="0">
                <a:latin typeface="Comic Sans MS" panose="030F0702030302020204" pitchFamily="66" charset="0"/>
              </a:rPr>
              <a:t> </a:t>
            </a:r>
            <a:r>
              <a:rPr lang="cs-CZ" sz="2000" dirty="0" err="1">
                <a:latin typeface="Comic Sans MS" panose="030F0702030302020204" pitchFamily="66" charset="0"/>
              </a:rPr>
              <a:t>quite</a:t>
            </a:r>
            <a:r>
              <a:rPr lang="cs-CZ" sz="2000" dirty="0">
                <a:latin typeface="Comic Sans MS" panose="030F0702030302020204" pitchFamily="66" charset="0"/>
              </a:rPr>
              <a:t> </a:t>
            </a:r>
            <a:r>
              <a:rPr lang="cs-CZ" sz="2000" dirty="0" err="1">
                <a:latin typeface="Comic Sans MS" panose="030F0702030302020204" pitchFamily="66" charset="0"/>
              </a:rPr>
              <a:t>important</a:t>
            </a:r>
            <a:r>
              <a:rPr lang="cs-CZ" sz="2000" dirty="0">
                <a:latin typeface="Comic Sans MS" panose="030F0702030302020204" pitchFamily="66" charset="0"/>
              </a:rPr>
              <a:t> </a:t>
            </a:r>
            <a:r>
              <a:rPr lang="cs-CZ" sz="2000" dirty="0" err="1">
                <a:latin typeface="Comic Sans MS" panose="030F0702030302020204" pitchFamily="66" charset="0"/>
              </a:rPr>
              <a:t>for</a:t>
            </a:r>
            <a:r>
              <a:rPr lang="cs-CZ" sz="2000" dirty="0">
                <a:latin typeface="Comic Sans MS" panose="030F0702030302020204" pitchFamily="66" charset="0"/>
              </a:rPr>
              <a:t> </a:t>
            </a:r>
            <a:r>
              <a:rPr lang="cs-CZ" sz="2000" dirty="0" err="1">
                <a:latin typeface="Comic Sans MS" panose="030F0702030302020204" pitchFamily="66" charset="0"/>
              </a:rPr>
              <a:t>the</a:t>
            </a:r>
            <a:r>
              <a:rPr lang="cs-CZ" sz="2000" dirty="0">
                <a:latin typeface="Comic Sans MS" panose="030F0702030302020204" pitchFamily="66" charset="0"/>
              </a:rPr>
              <a:t> </a:t>
            </a:r>
            <a:r>
              <a:rPr lang="cs-CZ" sz="2000" dirty="0" err="1">
                <a:latin typeface="Comic Sans MS" panose="030F0702030302020204" pitchFamily="66" charset="0"/>
              </a:rPr>
              <a:t>behaviour</a:t>
            </a:r>
            <a:r>
              <a:rPr lang="cs-CZ" sz="2000" dirty="0">
                <a:latin typeface="Comic Sans MS" panose="030F0702030302020204" pitchFamily="66" charset="0"/>
              </a:rPr>
              <a:t> </a:t>
            </a:r>
            <a:r>
              <a:rPr lang="cs-CZ" sz="2000" dirty="0" err="1">
                <a:latin typeface="Comic Sans MS" panose="030F0702030302020204" pitchFamily="66" charset="0"/>
              </a:rPr>
              <a:t>of</a:t>
            </a:r>
            <a:r>
              <a:rPr lang="cs-CZ" sz="2000" dirty="0">
                <a:latin typeface="Comic Sans MS" panose="030F0702030302020204" pitchFamily="66" charset="0"/>
              </a:rPr>
              <a:t> </a:t>
            </a:r>
            <a:r>
              <a:rPr lang="cs-CZ" sz="2000" dirty="0" err="1">
                <a:latin typeface="Comic Sans MS" panose="030F0702030302020204" pitchFamily="66" charset="0"/>
              </a:rPr>
              <a:t>the</a:t>
            </a:r>
            <a:r>
              <a:rPr lang="cs-CZ" sz="2000" dirty="0">
                <a:latin typeface="Comic Sans MS" panose="030F0702030302020204" pitchFamily="66" charset="0"/>
              </a:rPr>
              <a:t> </a:t>
            </a:r>
            <a:r>
              <a:rPr lang="cs-CZ" sz="2000" dirty="0" err="1">
                <a:latin typeface="Comic Sans MS" panose="030F0702030302020204" pitchFamily="66" charset="0"/>
              </a:rPr>
              <a:t>system</a:t>
            </a:r>
            <a:r>
              <a:rPr lang="cs-CZ" sz="2000" dirty="0">
                <a:latin typeface="Comic Sans MS" panose="030F0702030302020204" pitchFamily="66" charset="0"/>
              </a:rPr>
              <a:t>…</a:t>
            </a:r>
            <a:endParaRPr lang="en-GB" sz="2000" dirty="0">
              <a:latin typeface="Comic Sans MS" panose="030F0702030302020204" pitchFamily="66" charset="0"/>
            </a:endParaRPr>
          </a:p>
        </p:txBody>
      </p:sp>
      <p:sp>
        <p:nvSpPr>
          <p:cNvPr id="12" name="TextovéPole 11"/>
          <p:cNvSpPr txBox="1"/>
          <p:nvPr/>
        </p:nvSpPr>
        <p:spPr>
          <a:xfrm>
            <a:off x="971600" y="6115691"/>
            <a:ext cx="6048672" cy="507831"/>
          </a:xfrm>
          <a:prstGeom prst="rect">
            <a:avLst/>
          </a:prstGeom>
          <a:noFill/>
        </p:spPr>
        <p:txBody>
          <a:bodyPr wrap="square" rtlCol="0">
            <a:spAutoFit/>
          </a:bodyPr>
          <a:lstStyle/>
          <a:p>
            <a:pPr algn="ctr"/>
            <a:r>
              <a:rPr lang="cs-CZ" b="1" dirty="0" err="1"/>
              <a:t>Impact</a:t>
            </a:r>
            <a:r>
              <a:rPr lang="cs-CZ" b="1" dirty="0"/>
              <a:t> on </a:t>
            </a:r>
            <a:r>
              <a:rPr lang="cs-CZ" b="1" dirty="0" err="1"/>
              <a:t>the</a:t>
            </a:r>
            <a:r>
              <a:rPr lang="cs-CZ" b="1" dirty="0"/>
              <a:t> </a:t>
            </a:r>
            <a:r>
              <a:rPr lang="cs-CZ" b="1" dirty="0" err="1"/>
              <a:t>behaviour</a:t>
            </a:r>
            <a:r>
              <a:rPr lang="cs-CZ" b="1" dirty="0"/>
              <a:t> </a:t>
            </a:r>
            <a:r>
              <a:rPr lang="cs-CZ" b="1" dirty="0" err="1"/>
              <a:t>of</a:t>
            </a:r>
            <a:r>
              <a:rPr lang="cs-CZ" b="1" dirty="0"/>
              <a:t> </a:t>
            </a:r>
            <a:r>
              <a:rPr lang="cs-CZ" b="1" dirty="0" err="1"/>
              <a:t>the</a:t>
            </a:r>
            <a:r>
              <a:rPr lang="cs-CZ" b="1" dirty="0"/>
              <a:t> </a:t>
            </a:r>
            <a:r>
              <a:rPr lang="cs-CZ" b="1" dirty="0" err="1"/>
              <a:t>system</a:t>
            </a:r>
            <a:endParaRPr lang="en-GB" b="1" dirty="0"/>
          </a:p>
        </p:txBody>
      </p:sp>
    </p:spTree>
    <p:extLst>
      <p:ext uri="{BB962C8B-B14F-4D97-AF65-F5344CB8AC3E}">
        <p14:creationId xmlns:p14="http://schemas.microsoft.com/office/powerpoint/2010/main" val="31321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System</a:t>
            </a:r>
            <a:endParaRPr lang="cs-CZ" dirty="0"/>
          </a:p>
        </p:txBody>
      </p:sp>
      <p:sp>
        <p:nvSpPr>
          <p:cNvPr id="3" name="Zástupný symbol pro obsah 2"/>
          <p:cNvSpPr>
            <a:spLocks noGrp="1"/>
          </p:cNvSpPr>
          <p:nvPr>
            <p:ph sz="quarter" idx="1"/>
          </p:nvPr>
        </p:nvSpPr>
        <p:spPr/>
        <p:txBody>
          <a:bodyPr/>
          <a:lstStyle/>
          <a:p>
            <a:r>
              <a:rPr lang="en-GB" noProof="0" dirty="0"/>
              <a:t>Example:</a:t>
            </a:r>
            <a:r>
              <a:rPr lang="en-GB" dirty="0"/>
              <a:t> this class room</a:t>
            </a:r>
            <a:r>
              <a:rPr lang="cs-CZ" dirty="0"/>
              <a:t>.</a:t>
            </a:r>
            <a:endParaRPr lang="en-GB" dirty="0"/>
          </a:p>
          <a:p>
            <a:endParaRPr lang="en-GB" dirty="0"/>
          </a:p>
          <a:p>
            <a:pPr lvl="1"/>
            <a:r>
              <a:rPr lang="en-GB" dirty="0"/>
              <a:t>What are elements of this system?</a:t>
            </a:r>
          </a:p>
          <a:p>
            <a:pPr lvl="1"/>
            <a:r>
              <a:rPr lang="en-GB" dirty="0"/>
              <a:t>What </a:t>
            </a:r>
            <a:r>
              <a:rPr lang="cs-CZ" dirty="0"/>
              <a:t>are </a:t>
            </a:r>
            <a:r>
              <a:rPr lang="en-GB" dirty="0"/>
              <a:t>the </a:t>
            </a:r>
            <a:r>
              <a:rPr lang="cs-CZ" dirty="0"/>
              <a:t>relations</a:t>
            </a:r>
            <a:r>
              <a:rPr lang="en-GB" dirty="0"/>
              <a:t>?</a:t>
            </a:r>
            <a:endParaRPr lang="en-GB" noProof="0" dirty="0"/>
          </a:p>
          <a:p>
            <a:pPr lvl="1"/>
            <a:r>
              <a:rPr lang="en-GB" noProof="0" dirty="0"/>
              <a:t>What is </a:t>
            </a:r>
            <a:r>
              <a:rPr lang="en-GB" dirty="0"/>
              <a:t>the purpose?</a:t>
            </a:r>
            <a:endParaRPr lang="cs-CZ" dirty="0"/>
          </a:p>
          <a:p>
            <a:pPr lvl="1"/>
            <a:endParaRPr lang="cs-CZ" dirty="0"/>
          </a:p>
          <a:p>
            <a:pPr lvl="1"/>
            <a:r>
              <a:rPr lang="cs-CZ" dirty="0" err="1"/>
              <a:t>What</a:t>
            </a:r>
            <a:r>
              <a:rPr lang="cs-CZ" dirty="0"/>
              <a:t> </a:t>
            </a:r>
            <a:r>
              <a:rPr lang="cs-CZ" dirty="0" err="1"/>
              <a:t>is</a:t>
            </a:r>
            <a:r>
              <a:rPr lang="cs-CZ" dirty="0"/>
              <a:t> </a:t>
            </a:r>
            <a:r>
              <a:rPr lang="cs-CZ" dirty="0" err="1"/>
              <a:t>the</a:t>
            </a:r>
            <a:r>
              <a:rPr lang="cs-CZ" dirty="0"/>
              <a:t> </a:t>
            </a:r>
            <a:r>
              <a:rPr lang="cs-CZ" dirty="0" err="1"/>
              <a:t>purpose</a:t>
            </a:r>
            <a:r>
              <a:rPr lang="cs-CZ" dirty="0"/>
              <a:t> </a:t>
            </a:r>
            <a:r>
              <a:rPr lang="cs-CZ" dirty="0" err="1"/>
              <a:t>of</a:t>
            </a:r>
            <a:r>
              <a:rPr lang="cs-CZ" dirty="0"/>
              <a:t> </a:t>
            </a:r>
            <a:r>
              <a:rPr lang="cs-CZ" dirty="0" err="1"/>
              <a:t>the</a:t>
            </a:r>
            <a:r>
              <a:rPr lang="cs-CZ" dirty="0"/>
              <a:t> </a:t>
            </a:r>
            <a:r>
              <a:rPr lang="cs-CZ" dirty="0" err="1"/>
              <a:t>research</a:t>
            </a:r>
            <a:r>
              <a:rPr lang="cs-CZ" dirty="0"/>
              <a:t>!?</a:t>
            </a:r>
            <a:endParaRPr lang="en-GB" dirty="0"/>
          </a:p>
          <a:p>
            <a:endParaRPr lang="en-GB" noProof="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Complexity</a:t>
            </a:r>
            <a:endParaRPr lang="cs-CZ" dirty="0"/>
          </a:p>
        </p:txBody>
      </p:sp>
      <p:sp>
        <p:nvSpPr>
          <p:cNvPr id="3" name="Zástupný symbol pro obsah 2"/>
          <p:cNvSpPr>
            <a:spLocks noGrp="1"/>
          </p:cNvSpPr>
          <p:nvPr>
            <p:ph sz="quarter" idx="1"/>
          </p:nvPr>
        </p:nvSpPr>
        <p:spPr/>
        <p:txBody>
          <a:bodyPr/>
          <a:lstStyle/>
          <a:p>
            <a:endParaRPr lang="cs-CZ" dirty="0"/>
          </a:p>
          <a:p>
            <a:r>
              <a:rPr lang="cs-CZ" dirty="0"/>
              <a:t>„</a:t>
            </a:r>
            <a:r>
              <a:rPr lang="cs-CZ" dirty="0" err="1"/>
              <a:t>System</a:t>
            </a:r>
            <a:r>
              <a:rPr lang="cs-CZ" dirty="0"/>
              <a:t> science </a:t>
            </a:r>
            <a:r>
              <a:rPr lang="cs-CZ" dirty="0" err="1"/>
              <a:t>is</a:t>
            </a:r>
            <a:r>
              <a:rPr lang="cs-CZ" dirty="0"/>
              <a:t> </a:t>
            </a:r>
            <a:r>
              <a:rPr lang="cs-CZ" dirty="0" err="1"/>
              <a:t>about</a:t>
            </a:r>
            <a:r>
              <a:rPr lang="cs-CZ" dirty="0"/>
              <a:t> </a:t>
            </a:r>
            <a:r>
              <a:rPr lang="cs-CZ" dirty="0" err="1"/>
              <a:t>dealing</a:t>
            </a:r>
            <a:r>
              <a:rPr lang="cs-CZ" dirty="0"/>
              <a:t> </a:t>
            </a:r>
            <a:r>
              <a:rPr lang="cs-CZ" dirty="0" err="1"/>
              <a:t>with</a:t>
            </a:r>
            <a:r>
              <a:rPr lang="cs-CZ" dirty="0"/>
              <a:t> </a:t>
            </a:r>
            <a:r>
              <a:rPr lang="cs-CZ" dirty="0" err="1"/>
              <a:t>complexity</a:t>
            </a:r>
            <a:r>
              <a:rPr lang="cs-CZ" dirty="0"/>
              <a:t>“</a:t>
            </a:r>
          </a:p>
          <a:p>
            <a:endParaRPr lang="cs-CZ" dirty="0"/>
          </a:p>
        </p:txBody>
      </p:sp>
    </p:spTree>
    <p:extLst>
      <p:ext uri="{BB962C8B-B14F-4D97-AF65-F5344CB8AC3E}">
        <p14:creationId xmlns:p14="http://schemas.microsoft.com/office/powerpoint/2010/main" val="1599543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Basic </a:t>
            </a:r>
            <a:r>
              <a:rPr lang="cs-CZ" dirty="0" err="1"/>
              <a:t>Atributes</a:t>
            </a:r>
            <a:r>
              <a:rPr lang="cs-CZ" dirty="0"/>
              <a:t> </a:t>
            </a:r>
            <a:r>
              <a:rPr lang="cs-CZ" dirty="0" err="1"/>
              <a:t>of</a:t>
            </a:r>
            <a:r>
              <a:rPr lang="cs-CZ" dirty="0"/>
              <a:t> </a:t>
            </a:r>
            <a:r>
              <a:rPr lang="cs-CZ" dirty="0" err="1"/>
              <a:t>Complex</a:t>
            </a:r>
            <a:r>
              <a:rPr lang="cs-CZ" dirty="0"/>
              <a:t> </a:t>
            </a:r>
            <a:r>
              <a:rPr lang="cs-CZ" dirty="0" err="1"/>
              <a:t>System</a:t>
            </a:r>
            <a:endParaRPr lang="cs-CZ" dirty="0"/>
          </a:p>
        </p:txBody>
      </p:sp>
      <p:sp>
        <p:nvSpPr>
          <p:cNvPr id="3" name="Zástupný symbol pro obsah 2"/>
          <p:cNvSpPr>
            <a:spLocks noGrp="1"/>
          </p:cNvSpPr>
          <p:nvPr>
            <p:ph sz="quarter" idx="1"/>
          </p:nvPr>
        </p:nvSpPr>
        <p:spPr/>
        <p:txBody>
          <a:bodyPr>
            <a:normAutofit/>
          </a:bodyPr>
          <a:lstStyle/>
          <a:p>
            <a:pPr marL="320040" lvl="1" indent="-320040">
              <a:spcBef>
                <a:spcPts val="700"/>
              </a:spcBef>
              <a:buClr>
                <a:schemeClr val="accent2"/>
              </a:buClr>
              <a:buSzPct val="60000"/>
              <a:buFont typeface="Wingdings"/>
              <a:buChar char=""/>
            </a:pPr>
            <a:r>
              <a:rPr lang="cs-CZ" sz="3000" dirty="0" err="1"/>
              <a:t>Complicated</a:t>
            </a:r>
            <a:r>
              <a:rPr lang="cs-CZ" sz="3000" dirty="0"/>
              <a:t> </a:t>
            </a:r>
            <a:r>
              <a:rPr lang="cs-CZ" sz="3000" dirty="0" err="1"/>
              <a:t>stucture</a:t>
            </a:r>
            <a:r>
              <a:rPr lang="cs-CZ" sz="3000" dirty="0"/>
              <a:t> </a:t>
            </a:r>
            <a:r>
              <a:rPr lang="cs-CZ" sz="3000" dirty="0" err="1"/>
              <a:t>of</a:t>
            </a:r>
            <a:r>
              <a:rPr lang="cs-CZ" sz="3000" dirty="0"/>
              <a:t> </a:t>
            </a:r>
            <a:r>
              <a:rPr lang="cs-CZ" sz="3000" dirty="0" err="1"/>
              <a:t>interconnections</a:t>
            </a:r>
            <a:endParaRPr lang="cs-CZ" sz="3000" dirty="0"/>
          </a:p>
          <a:p>
            <a:pPr lvl="1"/>
            <a:r>
              <a:rPr lang="cs-CZ" dirty="0"/>
              <a:t>Not </a:t>
            </a:r>
            <a:r>
              <a:rPr lang="cs-CZ" dirty="0" err="1"/>
              <a:t>the</a:t>
            </a:r>
            <a:r>
              <a:rPr lang="cs-CZ" dirty="0"/>
              <a:t> </a:t>
            </a:r>
            <a:r>
              <a:rPr lang="cs-CZ" dirty="0" err="1"/>
              <a:t>number</a:t>
            </a:r>
            <a:r>
              <a:rPr lang="cs-CZ" dirty="0"/>
              <a:t> </a:t>
            </a:r>
            <a:r>
              <a:rPr lang="cs-CZ" dirty="0" err="1"/>
              <a:t>of</a:t>
            </a:r>
            <a:r>
              <a:rPr lang="cs-CZ" dirty="0"/>
              <a:t> </a:t>
            </a:r>
            <a:r>
              <a:rPr lang="cs-CZ" dirty="0" err="1"/>
              <a:t>elements</a:t>
            </a:r>
            <a:endParaRPr lang="cs-CZ" dirty="0"/>
          </a:p>
          <a:p>
            <a:pPr lvl="1"/>
            <a:r>
              <a:rPr lang="cs-CZ" dirty="0"/>
              <a:t>But </a:t>
            </a:r>
            <a:r>
              <a:rPr lang="cs-CZ" dirty="0" err="1"/>
              <a:t>the</a:t>
            </a:r>
            <a:r>
              <a:rPr lang="cs-CZ" dirty="0"/>
              <a:t> variability and </a:t>
            </a:r>
            <a:r>
              <a:rPr lang="cs-CZ" dirty="0" err="1"/>
              <a:t>organisation</a:t>
            </a:r>
            <a:r>
              <a:rPr lang="cs-CZ" dirty="0"/>
              <a:t> </a:t>
            </a:r>
            <a:r>
              <a:rPr lang="cs-CZ" dirty="0" err="1"/>
              <a:t>of</a:t>
            </a:r>
            <a:r>
              <a:rPr lang="cs-CZ" dirty="0"/>
              <a:t> </a:t>
            </a:r>
            <a:r>
              <a:rPr lang="cs-CZ" dirty="0" err="1"/>
              <a:t>the</a:t>
            </a:r>
            <a:r>
              <a:rPr lang="cs-CZ" dirty="0"/>
              <a:t> </a:t>
            </a:r>
            <a:r>
              <a:rPr lang="cs-CZ" dirty="0" err="1"/>
              <a:t>interconnections</a:t>
            </a:r>
            <a:endParaRPr lang="cs-CZ" dirty="0"/>
          </a:p>
          <a:p>
            <a:pPr lvl="1"/>
            <a:endParaRPr lang="cs-CZ" dirty="0"/>
          </a:p>
          <a:p>
            <a:pPr lvl="1"/>
            <a:endParaRPr lang="cs-CZ" dirty="0"/>
          </a:p>
          <a:p>
            <a:r>
              <a:rPr lang="cs-CZ" sz="3000" dirty="0" err="1"/>
              <a:t>Feedbacks</a:t>
            </a:r>
            <a:endParaRPr lang="cs-CZ" sz="3000" dirty="0"/>
          </a:p>
          <a:p>
            <a:pPr lvl="1"/>
            <a:r>
              <a:rPr lang="cs-CZ" dirty="0" err="1"/>
              <a:t>Actions</a:t>
            </a:r>
            <a:r>
              <a:rPr lang="cs-CZ" dirty="0"/>
              <a:t> </a:t>
            </a:r>
            <a:r>
              <a:rPr lang="cs-CZ" dirty="0" err="1"/>
              <a:t>feed</a:t>
            </a:r>
            <a:r>
              <a:rPr lang="cs-CZ" dirty="0"/>
              <a:t> </a:t>
            </a:r>
            <a:r>
              <a:rPr lang="cs-CZ" dirty="0" err="1"/>
              <a:t>back</a:t>
            </a:r>
            <a:r>
              <a:rPr lang="cs-CZ" dirty="0"/>
              <a:t> on </a:t>
            </a:r>
            <a:r>
              <a:rPr lang="cs-CZ" dirty="0" err="1"/>
              <a:t>themselves</a:t>
            </a:r>
            <a:endParaRPr lang="cs-CZ" dirty="0"/>
          </a:p>
          <a:p>
            <a:pPr lvl="1"/>
            <a:r>
              <a:rPr lang="cs-CZ" dirty="0" err="1"/>
              <a:t>x→y</a:t>
            </a:r>
            <a:r>
              <a:rPr lang="cs-CZ" dirty="0"/>
              <a:t> →z →x</a:t>
            </a:r>
          </a:p>
        </p:txBody>
      </p:sp>
    </p:spTree>
    <p:extLst>
      <p:ext uri="{BB962C8B-B14F-4D97-AF65-F5344CB8AC3E}">
        <p14:creationId xmlns:p14="http://schemas.microsoft.com/office/powerpoint/2010/main" val="2526437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Basic </a:t>
            </a:r>
            <a:r>
              <a:rPr lang="cs-CZ" dirty="0" err="1"/>
              <a:t>Atributes</a:t>
            </a:r>
            <a:r>
              <a:rPr lang="cs-CZ" dirty="0"/>
              <a:t> </a:t>
            </a:r>
            <a:r>
              <a:rPr lang="cs-CZ" dirty="0" err="1"/>
              <a:t>of</a:t>
            </a:r>
            <a:r>
              <a:rPr lang="cs-CZ" dirty="0"/>
              <a:t> </a:t>
            </a:r>
            <a:r>
              <a:rPr lang="cs-CZ" dirty="0" err="1"/>
              <a:t>Complex</a:t>
            </a:r>
            <a:r>
              <a:rPr lang="cs-CZ" dirty="0"/>
              <a:t> </a:t>
            </a:r>
            <a:r>
              <a:rPr lang="cs-CZ" dirty="0" err="1"/>
              <a:t>System</a:t>
            </a:r>
            <a:endParaRPr lang="cs-CZ" dirty="0"/>
          </a:p>
        </p:txBody>
      </p:sp>
      <p:sp>
        <p:nvSpPr>
          <p:cNvPr id="3" name="Zástupný symbol pro obsah 2"/>
          <p:cNvSpPr>
            <a:spLocks noGrp="1"/>
          </p:cNvSpPr>
          <p:nvPr>
            <p:ph sz="quarter" idx="1"/>
          </p:nvPr>
        </p:nvSpPr>
        <p:spPr/>
        <p:txBody>
          <a:bodyPr>
            <a:normAutofit fontScale="85000" lnSpcReduction="20000"/>
          </a:bodyPr>
          <a:lstStyle/>
          <a:p>
            <a:r>
              <a:rPr lang="cs-CZ" sz="4000" dirty="0" err="1"/>
              <a:t>Resilience</a:t>
            </a:r>
            <a:endParaRPr lang="cs-CZ" sz="4000" dirty="0"/>
          </a:p>
          <a:p>
            <a:pPr lvl="1"/>
            <a:r>
              <a:rPr lang="en-GB" sz="3700" dirty="0" err="1"/>
              <a:t>Adap</a:t>
            </a:r>
            <a:r>
              <a:rPr lang="cs-CZ" sz="3700" dirty="0"/>
              <a:t>t</a:t>
            </a:r>
            <a:r>
              <a:rPr lang="en-GB" sz="3700" dirty="0"/>
              <a:t>ability, endurance…</a:t>
            </a:r>
          </a:p>
          <a:p>
            <a:pPr lvl="1"/>
            <a:r>
              <a:rPr lang="en-GB" sz="3700" dirty="0"/>
              <a:t>The ability of the system to recover from perturbation; </a:t>
            </a:r>
          </a:p>
          <a:p>
            <a:pPr lvl="1"/>
            <a:r>
              <a:rPr lang="en-GB" sz="3700" dirty="0"/>
              <a:t>the ability to restore or repair or bounce back after a change due to an outside force.</a:t>
            </a:r>
          </a:p>
          <a:p>
            <a:endParaRPr lang="cs-CZ" dirty="0"/>
          </a:p>
          <a:p>
            <a:r>
              <a:rPr lang="en-AU" sz="4000" dirty="0"/>
              <a:t>Self-organisation</a:t>
            </a:r>
          </a:p>
          <a:p>
            <a:pPr lvl="1"/>
            <a:r>
              <a:rPr lang="en-AU" sz="3700" dirty="0"/>
              <a:t>The ability of a system to structure itself, to create new structure, to learn, to diversify</a:t>
            </a:r>
          </a:p>
          <a:p>
            <a:pPr marL="457200" lvl="1" indent="0">
              <a:buNone/>
            </a:pPr>
            <a:endParaRPr lang="cs-CZ" dirty="0"/>
          </a:p>
          <a:p>
            <a:pPr marL="57150" indent="0">
              <a:buNone/>
            </a:pPr>
            <a:r>
              <a:rPr lang="en-AU" sz="3400" i="1" dirty="0"/>
              <a:t>Why do people often try to restrict these abilities?</a:t>
            </a:r>
          </a:p>
        </p:txBody>
      </p:sp>
    </p:spTree>
    <p:extLst>
      <p:ext uri="{BB962C8B-B14F-4D97-AF65-F5344CB8AC3E}">
        <p14:creationId xmlns:p14="http://schemas.microsoft.com/office/powerpoint/2010/main" val="796064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Basic </a:t>
            </a:r>
            <a:r>
              <a:rPr lang="cs-CZ" dirty="0" err="1"/>
              <a:t>Atributes</a:t>
            </a:r>
            <a:r>
              <a:rPr lang="cs-CZ" dirty="0"/>
              <a:t> </a:t>
            </a:r>
            <a:r>
              <a:rPr lang="cs-CZ" dirty="0" err="1"/>
              <a:t>of</a:t>
            </a:r>
            <a:r>
              <a:rPr lang="cs-CZ" dirty="0"/>
              <a:t> </a:t>
            </a:r>
            <a:r>
              <a:rPr lang="cs-CZ" dirty="0" err="1"/>
              <a:t>Complex</a:t>
            </a:r>
            <a:r>
              <a:rPr lang="cs-CZ" dirty="0"/>
              <a:t> </a:t>
            </a:r>
            <a:r>
              <a:rPr lang="cs-CZ" dirty="0" err="1"/>
              <a:t>System</a:t>
            </a:r>
            <a:endParaRPr lang="cs-CZ" dirty="0"/>
          </a:p>
        </p:txBody>
      </p:sp>
      <p:sp>
        <p:nvSpPr>
          <p:cNvPr id="3" name="Zástupný symbol pro obsah 2"/>
          <p:cNvSpPr>
            <a:spLocks noGrp="1"/>
          </p:cNvSpPr>
          <p:nvPr>
            <p:ph sz="quarter" idx="1"/>
          </p:nvPr>
        </p:nvSpPr>
        <p:spPr/>
        <p:txBody>
          <a:bodyPr>
            <a:normAutofit/>
          </a:bodyPr>
          <a:lstStyle/>
          <a:p>
            <a:pPr marL="320040" lvl="1" indent="-320040">
              <a:spcBef>
                <a:spcPts val="700"/>
              </a:spcBef>
              <a:buClr>
                <a:schemeClr val="accent2"/>
              </a:buClr>
              <a:buSzPct val="60000"/>
              <a:buFont typeface="Wingdings"/>
              <a:buChar char=""/>
            </a:pPr>
            <a:r>
              <a:rPr lang="cs-CZ" sz="3000" dirty="0"/>
              <a:t>Hierarchy</a:t>
            </a:r>
          </a:p>
          <a:p>
            <a:pPr lvl="1"/>
            <a:r>
              <a:rPr lang="cs-CZ" dirty="0"/>
              <a:t>Systems </a:t>
            </a:r>
            <a:r>
              <a:rPr lang="cs-CZ" dirty="0" err="1"/>
              <a:t>organised</a:t>
            </a:r>
            <a:r>
              <a:rPr lang="cs-CZ" dirty="0"/>
              <a:t> in such a </a:t>
            </a:r>
            <a:r>
              <a:rPr lang="cs-CZ" dirty="0" err="1"/>
              <a:t>way</a:t>
            </a:r>
            <a:r>
              <a:rPr lang="cs-CZ" dirty="0"/>
              <a:t> as to </a:t>
            </a:r>
            <a:r>
              <a:rPr lang="cs-CZ" dirty="0" err="1"/>
              <a:t>create</a:t>
            </a:r>
            <a:r>
              <a:rPr lang="cs-CZ" dirty="0"/>
              <a:t> a </a:t>
            </a:r>
            <a:r>
              <a:rPr lang="cs-CZ" dirty="0" err="1"/>
              <a:t>larger</a:t>
            </a:r>
            <a:r>
              <a:rPr lang="cs-CZ" dirty="0"/>
              <a:t> </a:t>
            </a:r>
            <a:r>
              <a:rPr lang="cs-CZ" dirty="0" err="1"/>
              <a:t>system</a:t>
            </a:r>
            <a:r>
              <a:rPr lang="cs-CZ" dirty="0"/>
              <a:t> </a:t>
            </a:r>
          </a:p>
          <a:p>
            <a:pPr lvl="1"/>
            <a:r>
              <a:rPr lang="cs-CZ" dirty="0" err="1"/>
              <a:t>Subsystems</a:t>
            </a:r>
            <a:r>
              <a:rPr lang="cs-CZ" dirty="0"/>
              <a:t> </a:t>
            </a:r>
            <a:r>
              <a:rPr lang="cs-CZ" dirty="0" err="1"/>
              <a:t>within</a:t>
            </a:r>
            <a:r>
              <a:rPr lang="cs-CZ" dirty="0"/>
              <a:t> </a:t>
            </a:r>
            <a:r>
              <a:rPr lang="cs-CZ" dirty="0" err="1"/>
              <a:t>systems</a:t>
            </a:r>
            <a:endParaRPr lang="cs-CZ" dirty="0"/>
          </a:p>
          <a:p>
            <a:pPr lvl="1"/>
            <a:endParaRPr lang="cs-CZ" dirty="0"/>
          </a:p>
          <a:p>
            <a:pPr lvl="1"/>
            <a:endParaRPr lang="cs-CZ" dirty="0"/>
          </a:p>
          <a:p>
            <a:r>
              <a:rPr lang="cs-CZ" sz="3000" dirty="0"/>
              <a:t>Emergence</a:t>
            </a:r>
          </a:p>
          <a:p>
            <a:pPr lvl="1"/>
            <a:r>
              <a:rPr lang="cs-CZ" dirty="0" err="1"/>
              <a:t>Already</a:t>
            </a:r>
            <a:r>
              <a:rPr lang="cs-CZ" dirty="0"/>
              <a:t> </a:t>
            </a:r>
            <a:r>
              <a:rPr lang="cs-CZ" dirty="0" err="1"/>
              <a:t>defined</a:t>
            </a:r>
            <a:endParaRPr lang="cs-CZ" dirty="0"/>
          </a:p>
        </p:txBody>
      </p:sp>
    </p:spTree>
    <p:extLst>
      <p:ext uri="{BB962C8B-B14F-4D97-AF65-F5344CB8AC3E}">
        <p14:creationId xmlns:p14="http://schemas.microsoft.com/office/powerpoint/2010/main" val="2541032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Complexity</a:t>
            </a:r>
            <a:r>
              <a:rPr lang="cs-CZ" dirty="0"/>
              <a:t> - </a:t>
            </a:r>
            <a:r>
              <a:rPr lang="cs-CZ" dirty="0" err="1"/>
              <a:t>example</a:t>
            </a:r>
            <a:endParaRPr lang="cs-CZ" dirty="0"/>
          </a:p>
        </p:txBody>
      </p:sp>
      <p:sp>
        <p:nvSpPr>
          <p:cNvPr id="3" name="Zástupný symbol pro obsah 2"/>
          <p:cNvSpPr>
            <a:spLocks noGrp="1"/>
          </p:cNvSpPr>
          <p:nvPr>
            <p:ph sz="quarter" idx="1"/>
          </p:nvPr>
        </p:nvSpPr>
        <p:spPr/>
        <p:txBody>
          <a:bodyPr>
            <a:normAutofit/>
          </a:bodyPr>
          <a:lstStyle/>
          <a:p>
            <a:pPr marL="320040" lvl="1" indent="-320040">
              <a:spcBef>
                <a:spcPts val="700"/>
              </a:spcBef>
              <a:buClr>
                <a:schemeClr val="accent2"/>
              </a:buClr>
              <a:buSzPct val="60000"/>
              <a:buFont typeface="Wingdings"/>
              <a:buChar char=""/>
            </a:pPr>
            <a:r>
              <a:rPr lang="cs-CZ" sz="3000" dirty="0" err="1"/>
              <a:t>Complexity</a:t>
            </a:r>
            <a:r>
              <a:rPr lang="cs-CZ" sz="3000" dirty="0"/>
              <a:t> and </a:t>
            </a:r>
            <a:r>
              <a:rPr lang="cs-CZ" sz="3000" dirty="0" err="1"/>
              <a:t>scienc</a:t>
            </a:r>
            <a:r>
              <a:rPr lang="cs-CZ" sz="3000" dirty="0"/>
              <a:t> (</a:t>
            </a:r>
            <a:r>
              <a:rPr lang="cs-CZ" sz="3000" dirty="0" err="1"/>
              <a:t>Checkland</a:t>
            </a:r>
            <a:r>
              <a:rPr lang="cs-CZ" sz="3000" dirty="0"/>
              <a:t>)</a:t>
            </a:r>
          </a:p>
          <a:p>
            <a:pPr marL="320040" lvl="1" indent="-320040">
              <a:spcBef>
                <a:spcPts val="700"/>
              </a:spcBef>
              <a:buClr>
                <a:schemeClr val="accent2"/>
              </a:buClr>
              <a:buSzPct val="60000"/>
              <a:buFont typeface="Wingdings"/>
              <a:buChar char=""/>
            </a:pPr>
            <a:endParaRPr lang="cs-CZ" sz="3000" dirty="0"/>
          </a:p>
          <a:p>
            <a:pPr marL="1371600" lvl="2" indent="-514350">
              <a:buFont typeface="+mj-lt"/>
              <a:buAutoNum type="arabicPeriod"/>
            </a:pPr>
            <a:r>
              <a:rPr lang="cs-CZ" sz="2800" dirty="0" err="1"/>
              <a:t>Physics</a:t>
            </a:r>
            <a:endParaRPr lang="cs-CZ" sz="2800" dirty="0"/>
          </a:p>
          <a:p>
            <a:pPr marL="1371600" lvl="2" indent="-514350">
              <a:buFont typeface="+mj-lt"/>
              <a:buAutoNum type="arabicPeriod"/>
            </a:pPr>
            <a:r>
              <a:rPr lang="cs-CZ" sz="2800" dirty="0" err="1"/>
              <a:t>Chemistry</a:t>
            </a:r>
            <a:endParaRPr lang="cs-CZ" sz="2800" dirty="0"/>
          </a:p>
          <a:p>
            <a:pPr marL="1371600" lvl="2" indent="-514350">
              <a:buFont typeface="+mj-lt"/>
              <a:buAutoNum type="arabicPeriod"/>
            </a:pPr>
            <a:r>
              <a:rPr lang="cs-CZ" sz="2800" dirty="0"/>
              <a:t>Biology</a:t>
            </a:r>
          </a:p>
          <a:p>
            <a:pPr marL="1371600" lvl="2" indent="-514350">
              <a:buFont typeface="+mj-lt"/>
              <a:buAutoNum type="arabicPeriod"/>
            </a:pPr>
            <a:r>
              <a:rPr lang="cs-CZ" sz="2800" dirty="0"/>
              <a:t>Psychology</a:t>
            </a:r>
          </a:p>
          <a:p>
            <a:pPr marL="1371600" lvl="2" indent="-514350">
              <a:buFont typeface="+mj-lt"/>
              <a:buAutoNum type="arabicPeriod"/>
            </a:pPr>
            <a:r>
              <a:rPr lang="cs-CZ" sz="2800" dirty="0" err="1"/>
              <a:t>Other</a:t>
            </a:r>
            <a:r>
              <a:rPr lang="cs-CZ" sz="2800" dirty="0"/>
              <a:t> </a:t>
            </a:r>
            <a:r>
              <a:rPr lang="cs-CZ" sz="2800" dirty="0" err="1"/>
              <a:t>social</a:t>
            </a:r>
            <a:r>
              <a:rPr lang="cs-CZ" sz="2800" dirty="0"/>
              <a:t> </a:t>
            </a:r>
            <a:r>
              <a:rPr lang="cs-CZ" sz="2800" dirty="0" err="1"/>
              <a:t>sciences</a:t>
            </a:r>
            <a:endParaRPr lang="cs-CZ" sz="2800" dirty="0"/>
          </a:p>
        </p:txBody>
      </p:sp>
      <p:sp>
        <p:nvSpPr>
          <p:cNvPr id="4" name="Šipka dolů 3"/>
          <p:cNvSpPr/>
          <p:nvPr/>
        </p:nvSpPr>
        <p:spPr>
          <a:xfrm>
            <a:off x="6156176" y="2708920"/>
            <a:ext cx="1224136" cy="2327312"/>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vert="vert270" rtlCol="0" anchor="ctr"/>
          <a:lstStyle/>
          <a:p>
            <a:pPr algn="ctr"/>
            <a:r>
              <a:rPr lang="cs-CZ" dirty="0" err="1"/>
              <a:t>Coplexity</a:t>
            </a:r>
            <a:r>
              <a:rPr lang="cs-CZ" dirty="0"/>
              <a:t> </a:t>
            </a:r>
            <a:r>
              <a:rPr lang="cs-CZ" dirty="0" err="1"/>
              <a:t>grows</a:t>
            </a:r>
            <a:r>
              <a:rPr lang="cs-CZ" dirty="0"/>
              <a:t> in </a:t>
            </a:r>
            <a:r>
              <a:rPr lang="cs-CZ" dirty="0" err="1"/>
              <a:t>that</a:t>
            </a:r>
            <a:r>
              <a:rPr lang="cs-CZ" dirty="0"/>
              <a:t> </a:t>
            </a:r>
            <a:r>
              <a:rPr lang="cs-CZ" dirty="0" err="1"/>
              <a:t>direction</a:t>
            </a:r>
            <a:endParaRPr lang="en-GB" dirty="0"/>
          </a:p>
        </p:txBody>
      </p:sp>
    </p:spTree>
    <p:extLst>
      <p:ext uri="{BB962C8B-B14F-4D97-AF65-F5344CB8AC3E}">
        <p14:creationId xmlns:p14="http://schemas.microsoft.com/office/powerpoint/2010/main" val="922686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Complexity</a:t>
            </a:r>
            <a:endParaRPr lang="cs-CZ" dirty="0"/>
          </a:p>
        </p:txBody>
      </p:sp>
      <p:sp>
        <p:nvSpPr>
          <p:cNvPr id="3" name="Zástupný symbol pro obsah 2"/>
          <p:cNvSpPr>
            <a:spLocks noGrp="1"/>
          </p:cNvSpPr>
          <p:nvPr>
            <p:ph sz="quarter" idx="1"/>
          </p:nvPr>
        </p:nvSpPr>
        <p:spPr/>
        <p:txBody>
          <a:bodyPr>
            <a:normAutofit/>
          </a:bodyPr>
          <a:lstStyle/>
          <a:p>
            <a:r>
              <a:rPr lang="en-GB" dirty="0"/>
              <a:t>ISSS</a:t>
            </a:r>
            <a:r>
              <a:rPr lang="cs-CZ" dirty="0"/>
              <a:t>:</a:t>
            </a:r>
            <a:r>
              <a:rPr lang="en-GB" dirty="0"/>
              <a:t> </a:t>
            </a:r>
            <a:r>
              <a:rPr lang="cs-CZ" dirty="0"/>
              <a:t>„</a:t>
            </a:r>
            <a:r>
              <a:rPr lang="en-GB" dirty="0"/>
              <a:t>What Is A </a:t>
            </a:r>
            <a:r>
              <a:rPr lang="en-GB" dirty="0" err="1"/>
              <a:t>Syst</a:t>
            </a:r>
            <a:r>
              <a:rPr lang="cs-CZ" dirty="0"/>
              <a:t>e</a:t>
            </a:r>
            <a:r>
              <a:rPr lang="en-GB" dirty="0"/>
              <a:t>m</a:t>
            </a:r>
            <a:r>
              <a:rPr lang="cs-CZ" dirty="0"/>
              <a:t>“</a:t>
            </a:r>
          </a:p>
          <a:p>
            <a:pPr lvl="1"/>
            <a:r>
              <a:rPr lang="en-GB" dirty="0"/>
              <a:t>“a system is anything you look at as a system.”</a:t>
            </a:r>
            <a:r>
              <a:rPr lang="cs-CZ" dirty="0"/>
              <a:t> </a:t>
            </a:r>
          </a:p>
          <a:p>
            <a:pPr marL="365760" lvl="1" indent="0">
              <a:buNone/>
            </a:pPr>
            <a:endParaRPr lang="cs-CZ" dirty="0"/>
          </a:p>
          <a:p>
            <a:pPr lvl="1"/>
            <a:endParaRPr lang="cs-CZ" dirty="0"/>
          </a:p>
          <a:p>
            <a:r>
              <a:rPr lang="cs-CZ" sz="3000" dirty="0" err="1"/>
              <a:t>Than</a:t>
            </a:r>
            <a:endParaRPr lang="cs-CZ" sz="3000" dirty="0"/>
          </a:p>
          <a:p>
            <a:pPr lvl="1"/>
            <a:r>
              <a:rPr lang="cs-CZ" dirty="0" err="1"/>
              <a:t>Complexity</a:t>
            </a:r>
            <a:r>
              <a:rPr lang="cs-CZ" dirty="0"/>
              <a:t> </a:t>
            </a:r>
            <a:r>
              <a:rPr lang="cs-CZ" dirty="0" err="1"/>
              <a:t>is</a:t>
            </a:r>
            <a:r>
              <a:rPr lang="cs-CZ" dirty="0"/>
              <a:t> </a:t>
            </a:r>
            <a:r>
              <a:rPr lang="cs-CZ" dirty="0" err="1"/>
              <a:t>also</a:t>
            </a:r>
            <a:r>
              <a:rPr lang="cs-CZ" dirty="0"/>
              <a:t> </a:t>
            </a:r>
            <a:r>
              <a:rPr lang="cs-CZ" dirty="0" err="1"/>
              <a:t>based</a:t>
            </a:r>
            <a:r>
              <a:rPr lang="cs-CZ" dirty="0"/>
              <a:t> on </a:t>
            </a:r>
            <a:r>
              <a:rPr lang="cs-CZ" dirty="0" err="1"/>
              <a:t>the</a:t>
            </a:r>
            <a:r>
              <a:rPr lang="cs-CZ" dirty="0"/>
              <a:t> </a:t>
            </a:r>
            <a:r>
              <a:rPr lang="cs-CZ" dirty="0" err="1"/>
              <a:t>human</a:t>
            </a:r>
            <a:r>
              <a:rPr lang="cs-CZ" dirty="0"/>
              <a:t> point </a:t>
            </a:r>
            <a:r>
              <a:rPr lang="cs-CZ" dirty="0" err="1"/>
              <a:t>of</a:t>
            </a:r>
            <a:r>
              <a:rPr lang="cs-CZ" dirty="0"/>
              <a:t> </a:t>
            </a:r>
            <a:r>
              <a:rPr lang="cs-CZ" dirty="0" err="1"/>
              <a:t>view</a:t>
            </a:r>
            <a:endParaRPr lang="cs-CZ" dirty="0"/>
          </a:p>
        </p:txBody>
      </p:sp>
    </p:spTree>
    <p:extLst>
      <p:ext uri="{BB962C8B-B14F-4D97-AF65-F5344CB8AC3E}">
        <p14:creationId xmlns:p14="http://schemas.microsoft.com/office/powerpoint/2010/main" val="2684484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System</a:t>
            </a:r>
            <a:r>
              <a:rPr lang="cs-CZ" dirty="0"/>
              <a:t> </a:t>
            </a:r>
            <a:r>
              <a:rPr lang="cs-CZ" dirty="0" err="1"/>
              <a:t>classification</a:t>
            </a:r>
            <a:endParaRPr lang="cs-CZ" dirty="0"/>
          </a:p>
        </p:txBody>
      </p:sp>
      <p:sp>
        <p:nvSpPr>
          <p:cNvPr id="3" name="Zástupný symbol pro obsah 2"/>
          <p:cNvSpPr>
            <a:spLocks noGrp="1"/>
          </p:cNvSpPr>
          <p:nvPr>
            <p:ph sz="quarter" idx="1"/>
          </p:nvPr>
        </p:nvSpPr>
        <p:spPr>
          <a:xfrm>
            <a:off x="612648" y="1600200"/>
            <a:ext cx="8153400" cy="5257800"/>
          </a:xfrm>
        </p:spPr>
        <p:txBody>
          <a:bodyPr>
            <a:normAutofit/>
          </a:bodyPr>
          <a:lstStyle/>
          <a:p>
            <a:r>
              <a:rPr lang="cs-CZ" dirty="0" err="1"/>
              <a:t>Closed</a:t>
            </a:r>
            <a:endParaRPr lang="cs-CZ" dirty="0"/>
          </a:p>
          <a:p>
            <a:pPr lvl="1"/>
            <a:r>
              <a:rPr lang="cs-CZ" dirty="0" err="1"/>
              <a:t>Closed</a:t>
            </a:r>
            <a:r>
              <a:rPr lang="cs-CZ" dirty="0"/>
              <a:t> </a:t>
            </a:r>
            <a:r>
              <a:rPr lang="cs-CZ" dirty="0" err="1"/>
              <a:t>system</a:t>
            </a:r>
            <a:r>
              <a:rPr lang="cs-CZ" dirty="0"/>
              <a:t> </a:t>
            </a:r>
            <a:r>
              <a:rPr lang="cs-CZ" dirty="0" err="1"/>
              <a:t>is</a:t>
            </a:r>
            <a:r>
              <a:rPr lang="cs-CZ" dirty="0"/>
              <a:t> </a:t>
            </a:r>
            <a:r>
              <a:rPr lang="cs-CZ" dirty="0" err="1"/>
              <a:t>one</a:t>
            </a:r>
            <a:r>
              <a:rPr lang="cs-CZ" dirty="0"/>
              <a:t> </a:t>
            </a:r>
            <a:r>
              <a:rPr lang="cs-CZ" dirty="0" err="1"/>
              <a:t>that</a:t>
            </a:r>
            <a:r>
              <a:rPr lang="cs-CZ" dirty="0"/>
              <a:t> </a:t>
            </a:r>
            <a:r>
              <a:rPr lang="cs-CZ" dirty="0" err="1"/>
              <a:t>does</a:t>
            </a:r>
            <a:r>
              <a:rPr lang="cs-CZ" dirty="0"/>
              <a:t> not </a:t>
            </a:r>
            <a:r>
              <a:rPr lang="cs-CZ" dirty="0" err="1"/>
              <a:t>need</a:t>
            </a:r>
            <a:r>
              <a:rPr lang="cs-CZ" dirty="0"/>
              <a:t> to </a:t>
            </a:r>
            <a:r>
              <a:rPr lang="cs-CZ" dirty="0" err="1"/>
              <a:t>interact</a:t>
            </a:r>
            <a:r>
              <a:rPr lang="cs-CZ" dirty="0"/>
              <a:t> </a:t>
            </a:r>
            <a:r>
              <a:rPr lang="cs-CZ" dirty="0" err="1"/>
              <a:t>with</a:t>
            </a:r>
            <a:r>
              <a:rPr lang="cs-CZ" dirty="0"/>
              <a:t> </a:t>
            </a:r>
            <a:r>
              <a:rPr lang="cs-CZ" dirty="0" err="1"/>
              <a:t>its</a:t>
            </a:r>
            <a:r>
              <a:rPr lang="cs-CZ" dirty="0"/>
              <a:t> </a:t>
            </a:r>
            <a:r>
              <a:rPr lang="cs-CZ" dirty="0" err="1"/>
              <a:t>enviroment</a:t>
            </a:r>
            <a:r>
              <a:rPr lang="cs-CZ" dirty="0"/>
              <a:t> to </a:t>
            </a:r>
            <a:r>
              <a:rPr lang="cs-CZ" dirty="0" err="1"/>
              <a:t>maintain</a:t>
            </a:r>
            <a:r>
              <a:rPr lang="cs-CZ" dirty="0"/>
              <a:t> </a:t>
            </a:r>
            <a:r>
              <a:rPr lang="cs-CZ" dirty="0" err="1"/>
              <a:t>its</a:t>
            </a:r>
            <a:r>
              <a:rPr lang="cs-CZ" dirty="0"/>
              <a:t> existence</a:t>
            </a:r>
          </a:p>
          <a:p>
            <a:pPr lvl="1"/>
            <a:r>
              <a:rPr lang="cs-CZ" dirty="0" err="1"/>
              <a:t>Mechanic</a:t>
            </a:r>
            <a:r>
              <a:rPr lang="cs-CZ" dirty="0"/>
              <a:t> </a:t>
            </a:r>
            <a:r>
              <a:rPr lang="cs-CZ" dirty="0" err="1"/>
              <a:t>systems</a:t>
            </a:r>
            <a:endParaRPr lang="cs-CZ" dirty="0"/>
          </a:p>
          <a:p>
            <a:pPr lvl="1"/>
            <a:r>
              <a:rPr lang="cs-CZ" dirty="0" err="1"/>
              <a:t>E.g</a:t>
            </a:r>
            <a:r>
              <a:rPr lang="cs-CZ" dirty="0"/>
              <a:t>. </a:t>
            </a:r>
            <a:r>
              <a:rPr lang="cs-CZ" dirty="0" err="1"/>
              <a:t>Atoms</a:t>
            </a:r>
            <a:r>
              <a:rPr lang="cs-CZ" dirty="0"/>
              <a:t>, </a:t>
            </a:r>
            <a:r>
              <a:rPr lang="cs-CZ" dirty="0" err="1"/>
              <a:t>molecules</a:t>
            </a:r>
            <a:endParaRPr lang="cs-CZ" dirty="0"/>
          </a:p>
          <a:p>
            <a:pPr lvl="1"/>
            <a:endParaRPr lang="cs-CZ" dirty="0"/>
          </a:p>
          <a:p>
            <a:r>
              <a:rPr lang="cs-CZ" sz="3000" dirty="0"/>
              <a:t>Open</a:t>
            </a:r>
          </a:p>
          <a:p>
            <a:pPr lvl="1"/>
            <a:r>
              <a:rPr lang="cs-CZ" dirty="0" err="1"/>
              <a:t>Must</a:t>
            </a:r>
            <a:r>
              <a:rPr lang="cs-CZ" dirty="0"/>
              <a:t> </a:t>
            </a:r>
            <a:r>
              <a:rPr lang="cs-CZ" dirty="0" err="1"/>
              <a:t>interact</a:t>
            </a:r>
            <a:r>
              <a:rPr lang="cs-CZ" dirty="0"/>
              <a:t> </a:t>
            </a:r>
            <a:r>
              <a:rPr lang="cs-CZ" dirty="0" err="1"/>
              <a:t>with</a:t>
            </a:r>
            <a:r>
              <a:rPr lang="cs-CZ" dirty="0"/>
              <a:t> </a:t>
            </a:r>
            <a:r>
              <a:rPr lang="cs-CZ" dirty="0" err="1"/>
              <a:t>their</a:t>
            </a:r>
            <a:r>
              <a:rPr lang="cs-CZ" dirty="0"/>
              <a:t> </a:t>
            </a:r>
            <a:r>
              <a:rPr lang="cs-CZ" dirty="0" err="1"/>
              <a:t>enviroment</a:t>
            </a:r>
            <a:r>
              <a:rPr lang="cs-CZ" dirty="0"/>
              <a:t> in </a:t>
            </a:r>
            <a:r>
              <a:rPr lang="cs-CZ" dirty="0" err="1"/>
              <a:t>order</a:t>
            </a:r>
            <a:r>
              <a:rPr lang="cs-CZ" dirty="0"/>
              <a:t> to </a:t>
            </a:r>
            <a:r>
              <a:rPr lang="cs-CZ" dirty="0" err="1"/>
              <a:t>maintain</a:t>
            </a:r>
            <a:r>
              <a:rPr lang="cs-CZ" dirty="0"/>
              <a:t> </a:t>
            </a:r>
            <a:r>
              <a:rPr lang="cs-CZ" dirty="0" err="1"/>
              <a:t>their</a:t>
            </a:r>
            <a:r>
              <a:rPr lang="cs-CZ" dirty="0"/>
              <a:t> existence.</a:t>
            </a:r>
          </a:p>
          <a:p>
            <a:pPr lvl="1"/>
            <a:r>
              <a:rPr lang="cs-CZ" dirty="0" err="1"/>
              <a:t>Organic</a:t>
            </a:r>
            <a:r>
              <a:rPr lang="cs-CZ" dirty="0"/>
              <a:t> </a:t>
            </a:r>
            <a:r>
              <a:rPr lang="cs-CZ" dirty="0" err="1"/>
              <a:t>systems</a:t>
            </a:r>
            <a:endParaRPr lang="cs-CZ" dirty="0"/>
          </a:p>
          <a:p>
            <a:pPr lvl="1"/>
            <a:r>
              <a:rPr lang="cs-CZ" dirty="0" err="1"/>
              <a:t>E.g</a:t>
            </a:r>
            <a:r>
              <a:rPr lang="cs-CZ" dirty="0"/>
              <a:t>. </a:t>
            </a:r>
            <a:r>
              <a:rPr lang="cs-CZ" dirty="0" err="1"/>
              <a:t>People</a:t>
            </a:r>
            <a:endParaRPr lang="cs-CZ" dirty="0"/>
          </a:p>
          <a:p>
            <a:pPr marL="0" indent="0">
              <a:buNone/>
            </a:pPr>
            <a:endParaRPr lang="cs-CZ" sz="3200" dirty="0"/>
          </a:p>
          <a:p>
            <a:pPr marL="0" indent="0" algn="ctr">
              <a:buNone/>
            </a:pPr>
            <a:r>
              <a:rPr lang="en-US" sz="2300" i="1" dirty="0"/>
              <a:t>Any system taken in a large enough context can be considered a closed system. It is often more appropriate to consider a system as a subsystem of some larger system with which it must interact in some way.</a:t>
            </a:r>
            <a:endParaRPr lang="en-GB" sz="2100" i="1" dirty="0"/>
          </a:p>
        </p:txBody>
      </p:sp>
    </p:spTree>
    <p:extLst>
      <p:ext uri="{BB962C8B-B14F-4D97-AF65-F5344CB8AC3E}">
        <p14:creationId xmlns:p14="http://schemas.microsoft.com/office/powerpoint/2010/main" val="3221742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System</a:t>
            </a:r>
            <a:r>
              <a:rPr lang="cs-CZ" dirty="0"/>
              <a:t> </a:t>
            </a:r>
            <a:r>
              <a:rPr lang="cs-CZ" dirty="0" err="1"/>
              <a:t>classification</a:t>
            </a:r>
            <a:endParaRPr lang="cs-CZ" dirty="0"/>
          </a:p>
        </p:txBody>
      </p:sp>
      <p:sp>
        <p:nvSpPr>
          <p:cNvPr id="3" name="Zástupný symbol pro obsah 2"/>
          <p:cNvSpPr>
            <a:spLocks noGrp="1"/>
          </p:cNvSpPr>
          <p:nvPr>
            <p:ph sz="quarter" idx="1"/>
          </p:nvPr>
        </p:nvSpPr>
        <p:spPr>
          <a:xfrm>
            <a:off x="612648" y="1600200"/>
            <a:ext cx="8153400" cy="5257800"/>
          </a:xfrm>
        </p:spPr>
        <p:txBody>
          <a:bodyPr>
            <a:normAutofit/>
          </a:bodyPr>
          <a:lstStyle/>
          <a:p>
            <a:r>
              <a:rPr lang="en-AU" dirty="0"/>
              <a:t>Many authors consider the dynamics (the behaviour, development in time) as inseparable part of the system definition. But others divide systems into:</a:t>
            </a:r>
          </a:p>
          <a:p>
            <a:endParaRPr lang="cs-CZ" dirty="0"/>
          </a:p>
          <a:p>
            <a:pPr lvl="1"/>
            <a:r>
              <a:rPr lang="cs-CZ" dirty="0"/>
              <a:t>Static</a:t>
            </a:r>
          </a:p>
          <a:p>
            <a:pPr lvl="1"/>
            <a:r>
              <a:rPr lang="cs-CZ" dirty="0" err="1"/>
              <a:t>Dynamic</a:t>
            </a:r>
            <a:endParaRPr lang="cs-CZ" dirty="0"/>
          </a:p>
        </p:txBody>
      </p:sp>
    </p:spTree>
    <p:extLst>
      <p:ext uri="{BB962C8B-B14F-4D97-AF65-F5344CB8AC3E}">
        <p14:creationId xmlns:p14="http://schemas.microsoft.com/office/powerpoint/2010/main" val="677928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err="1"/>
              <a:t>Boulding's</a:t>
            </a:r>
            <a:r>
              <a:rPr lang="cs-CZ" dirty="0"/>
              <a:t> </a:t>
            </a:r>
            <a:r>
              <a:rPr lang="cs-CZ" dirty="0" err="1"/>
              <a:t>Classification</a:t>
            </a:r>
            <a:r>
              <a:rPr lang="cs-CZ" dirty="0"/>
              <a:t> </a:t>
            </a:r>
            <a:r>
              <a:rPr lang="cs-CZ" dirty="0" err="1"/>
              <a:t>of</a:t>
            </a:r>
            <a:r>
              <a:rPr lang="cs-CZ" dirty="0"/>
              <a:t> Systems</a:t>
            </a:r>
          </a:p>
        </p:txBody>
      </p:sp>
      <p:sp>
        <p:nvSpPr>
          <p:cNvPr id="3" name="Zástupný symbol pro obsah 2"/>
          <p:cNvSpPr>
            <a:spLocks noGrp="1"/>
          </p:cNvSpPr>
          <p:nvPr>
            <p:ph sz="quarter" idx="1"/>
          </p:nvPr>
        </p:nvSpPr>
        <p:spPr>
          <a:xfrm>
            <a:off x="612648" y="1600200"/>
            <a:ext cx="8153400" cy="5257800"/>
          </a:xfrm>
        </p:spPr>
        <p:txBody>
          <a:bodyPr>
            <a:normAutofit/>
          </a:bodyPr>
          <a:lstStyle/>
          <a:p>
            <a:pPr marL="514350" indent="-514350">
              <a:buFont typeface="+mj-lt"/>
              <a:buAutoNum type="arabicPeriod"/>
            </a:pPr>
            <a:r>
              <a:rPr lang="cs-CZ" dirty="0" err="1"/>
              <a:t>Frameworks</a:t>
            </a:r>
            <a:endParaRPr lang="cs-CZ" dirty="0"/>
          </a:p>
          <a:p>
            <a:pPr marL="834390" lvl="1" indent="-514350"/>
            <a:r>
              <a:rPr lang="cs-CZ" dirty="0"/>
              <a:t>Basic </a:t>
            </a:r>
            <a:r>
              <a:rPr lang="cs-CZ" dirty="0" err="1"/>
              <a:t>elements</a:t>
            </a:r>
            <a:endParaRPr lang="cs-CZ" dirty="0"/>
          </a:p>
          <a:p>
            <a:pPr marL="834390" lvl="1" indent="-514350"/>
            <a:r>
              <a:rPr lang="en-US" dirty="0"/>
              <a:t>the patterns of electrons around a nucleus, the pattern of atoms in a molecular formula, the arrangement of atoms in a crystal</a:t>
            </a:r>
            <a:endParaRPr lang="cs-CZ" dirty="0"/>
          </a:p>
          <a:p>
            <a:pPr marL="834390" lvl="1" indent="-514350"/>
            <a:r>
              <a:rPr lang="cs-CZ" dirty="0" err="1"/>
              <a:t>Often</a:t>
            </a:r>
            <a:r>
              <a:rPr lang="cs-CZ" dirty="0"/>
              <a:t> </a:t>
            </a:r>
            <a:r>
              <a:rPr lang="cs-CZ" dirty="0" err="1"/>
              <a:t>considered</a:t>
            </a:r>
            <a:r>
              <a:rPr lang="cs-CZ" dirty="0"/>
              <a:t> as static</a:t>
            </a:r>
          </a:p>
          <a:p>
            <a:pPr marL="320040" lvl="1" indent="0">
              <a:buNone/>
            </a:pPr>
            <a:endParaRPr lang="cs-CZ" dirty="0"/>
          </a:p>
          <a:p>
            <a:pPr marL="514350" indent="-514350">
              <a:buFont typeface="+mj-lt"/>
              <a:buAutoNum type="arabicPeriod"/>
            </a:pPr>
            <a:r>
              <a:rPr lang="cs-CZ" dirty="0" err="1"/>
              <a:t>Clockworks</a:t>
            </a:r>
            <a:endParaRPr lang="cs-CZ" dirty="0"/>
          </a:p>
          <a:p>
            <a:pPr marL="834390" lvl="1" indent="-514350"/>
            <a:r>
              <a:rPr lang="cs-CZ" dirty="0" err="1"/>
              <a:t>Simple</a:t>
            </a:r>
            <a:r>
              <a:rPr lang="cs-CZ" dirty="0"/>
              <a:t> </a:t>
            </a:r>
            <a:r>
              <a:rPr lang="cs-CZ" dirty="0" err="1"/>
              <a:t>machines</a:t>
            </a:r>
            <a:endParaRPr lang="cs-CZ" dirty="0"/>
          </a:p>
          <a:p>
            <a:pPr marL="834390" lvl="1" indent="-514350"/>
            <a:r>
              <a:rPr lang="cs-CZ" dirty="0" err="1"/>
              <a:t>Steam</a:t>
            </a:r>
            <a:r>
              <a:rPr lang="cs-CZ" dirty="0"/>
              <a:t> </a:t>
            </a:r>
            <a:r>
              <a:rPr lang="cs-CZ" dirty="0" err="1"/>
              <a:t>engines</a:t>
            </a:r>
            <a:r>
              <a:rPr lang="cs-CZ" dirty="0"/>
              <a:t>, Solar </a:t>
            </a:r>
            <a:r>
              <a:rPr lang="cs-CZ" dirty="0" err="1"/>
              <a:t>system</a:t>
            </a:r>
            <a:endParaRPr lang="cs-CZ" dirty="0"/>
          </a:p>
          <a:p>
            <a:pPr marL="834390" lvl="1" indent="-514350">
              <a:buFont typeface="Wingdings 2" panose="05020102010507070707" pitchFamily="18" charset="2"/>
              <a:buChar char=""/>
            </a:pPr>
            <a:r>
              <a:rPr lang="cs-CZ" dirty="0" err="1"/>
              <a:t>Dynamic</a:t>
            </a:r>
            <a:endParaRPr lang="cs-CZ" dirty="0"/>
          </a:p>
          <a:p>
            <a:pPr marL="834390" lvl="1" indent="-514350">
              <a:buFont typeface="+mj-lt"/>
              <a:buAutoNum type="arabicPeriod"/>
            </a:pPr>
            <a:endParaRPr lang="cs-CZ" dirty="0"/>
          </a:p>
        </p:txBody>
      </p:sp>
    </p:spTree>
    <p:extLst>
      <p:ext uri="{BB962C8B-B14F-4D97-AF65-F5344CB8AC3E}">
        <p14:creationId xmlns:p14="http://schemas.microsoft.com/office/powerpoint/2010/main" val="193605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err="1"/>
              <a:t>Boulding's</a:t>
            </a:r>
            <a:r>
              <a:rPr lang="cs-CZ" dirty="0"/>
              <a:t> </a:t>
            </a:r>
            <a:r>
              <a:rPr lang="cs-CZ" dirty="0" err="1"/>
              <a:t>Classification</a:t>
            </a:r>
            <a:r>
              <a:rPr lang="cs-CZ" dirty="0"/>
              <a:t> </a:t>
            </a:r>
            <a:r>
              <a:rPr lang="cs-CZ" dirty="0" err="1"/>
              <a:t>of</a:t>
            </a:r>
            <a:r>
              <a:rPr lang="cs-CZ" dirty="0"/>
              <a:t> Systems</a:t>
            </a:r>
          </a:p>
        </p:txBody>
      </p:sp>
      <p:sp>
        <p:nvSpPr>
          <p:cNvPr id="3" name="Zástupný symbol pro obsah 2"/>
          <p:cNvSpPr>
            <a:spLocks noGrp="1"/>
          </p:cNvSpPr>
          <p:nvPr>
            <p:ph sz="quarter" idx="1"/>
          </p:nvPr>
        </p:nvSpPr>
        <p:spPr>
          <a:xfrm>
            <a:off x="612648" y="1600200"/>
            <a:ext cx="8153400" cy="5257800"/>
          </a:xfrm>
        </p:spPr>
        <p:txBody>
          <a:bodyPr>
            <a:normAutofit/>
          </a:bodyPr>
          <a:lstStyle/>
          <a:p>
            <a:pPr marL="514350" indent="-514350">
              <a:buFont typeface="+mj-lt"/>
              <a:buAutoNum type="arabicPeriod" startAt="3"/>
            </a:pPr>
            <a:r>
              <a:rPr lang="cs-CZ" altLang="cs-CZ" dirty="0" err="1"/>
              <a:t>Thermostats</a:t>
            </a:r>
            <a:endParaRPr lang="cs-CZ" dirty="0"/>
          </a:p>
          <a:p>
            <a:pPr marL="834390" lvl="1" indent="-514350"/>
            <a:r>
              <a:rPr lang="cs-CZ" dirty="0" err="1"/>
              <a:t>System</a:t>
            </a:r>
            <a:r>
              <a:rPr lang="cs-CZ" dirty="0"/>
              <a:t> </a:t>
            </a:r>
            <a:r>
              <a:rPr lang="cs-CZ" dirty="0" err="1"/>
              <a:t>moves</a:t>
            </a:r>
            <a:r>
              <a:rPr lang="cs-CZ" dirty="0"/>
              <a:t> to </a:t>
            </a:r>
            <a:r>
              <a:rPr lang="cs-CZ" dirty="0" err="1"/>
              <a:t>the</a:t>
            </a:r>
            <a:r>
              <a:rPr lang="cs-CZ" dirty="0"/>
              <a:t> </a:t>
            </a:r>
            <a:r>
              <a:rPr lang="cs-CZ" dirty="0" err="1"/>
              <a:t>maintenance</a:t>
            </a:r>
            <a:r>
              <a:rPr lang="cs-CZ" dirty="0"/>
              <a:t> </a:t>
            </a:r>
            <a:r>
              <a:rPr lang="cs-CZ" dirty="0" err="1"/>
              <a:t>or</a:t>
            </a:r>
            <a:r>
              <a:rPr lang="cs-CZ" dirty="0"/>
              <a:t> </a:t>
            </a:r>
            <a:r>
              <a:rPr lang="cs-CZ" dirty="0" err="1"/>
              <a:t>reach</a:t>
            </a:r>
            <a:r>
              <a:rPr lang="cs-CZ" dirty="0"/>
              <a:t> </a:t>
            </a:r>
            <a:r>
              <a:rPr lang="cs-CZ" dirty="0" err="1"/>
              <a:t>the</a:t>
            </a:r>
            <a:r>
              <a:rPr lang="cs-CZ" dirty="0"/>
              <a:t> </a:t>
            </a:r>
            <a:r>
              <a:rPr lang="cs-CZ" dirty="0" err="1"/>
              <a:t>equilibirum</a:t>
            </a:r>
            <a:endParaRPr lang="cs-CZ" dirty="0"/>
          </a:p>
          <a:p>
            <a:pPr marL="834390" lvl="1" indent="-514350">
              <a:buFont typeface="Wingdings 2" panose="05020102010507070707" pitchFamily="18" charset="2"/>
              <a:buChar char=""/>
            </a:pPr>
            <a:r>
              <a:rPr lang="cs-CZ" dirty="0" err="1"/>
              <a:t>Control</a:t>
            </a:r>
            <a:r>
              <a:rPr lang="cs-CZ" dirty="0"/>
              <a:t> </a:t>
            </a:r>
            <a:r>
              <a:rPr lang="cs-CZ" dirty="0" err="1"/>
              <a:t>feed</a:t>
            </a:r>
            <a:r>
              <a:rPr lang="cs-CZ" dirty="0"/>
              <a:t> </a:t>
            </a:r>
            <a:r>
              <a:rPr lang="cs-CZ" dirty="0" err="1"/>
              <a:t>back</a:t>
            </a:r>
            <a:endParaRPr lang="cs-CZ" dirty="0"/>
          </a:p>
          <a:p>
            <a:pPr marL="320040" lvl="1" indent="0">
              <a:buNone/>
            </a:pPr>
            <a:endParaRPr lang="cs-CZ" dirty="0"/>
          </a:p>
          <a:p>
            <a:pPr marL="514350" indent="-514350">
              <a:buFont typeface="+mj-lt"/>
              <a:buAutoNum type="arabicPeriod" startAt="3"/>
            </a:pPr>
            <a:r>
              <a:rPr lang="cs-CZ" dirty="0" err="1"/>
              <a:t>Cells</a:t>
            </a:r>
            <a:endParaRPr lang="cs-CZ" dirty="0"/>
          </a:p>
          <a:p>
            <a:pPr marL="834390" lvl="1" indent="-514350"/>
            <a:r>
              <a:rPr lang="cs-CZ" dirty="0" err="1"/>
              <a:t>Simple</a:t>
            </a:r>
            <a:r>
              <a:rPr lang="cs-CZ" dirty="0"/>
              <a:t> </a:t>
            </a:r>
            <a:r>
              <a:rPr lang="cs-CZ" dirty="0" err="1"/>
              <a:t>organisms</a:t>
            </a:r>
            <a:endParaRPr lang="cs-CZ" dirty="0"/>
          </a:p>
          <a:p>
            <a:pPr marL="834390" lvl="1" indent="-514350"/>
            <a:r>
              <a:rPr lang="en-US" dirty="0"/>
              <a:t>Open systems or self-maintaining structures</a:t>
            </a:r>
            <a:endParaRPr lang="cs-CZ" dirty="0"/>
          </a:p>
          <a:p>
            <a:pPr marL="834390" lvl="1" indent="-514350">
              <a:buFont typeface="Wingdings 2" panose="05020102010507070707" pitchFamily="18" charset="2"/>
              <a:buChar char=""/>
            </a:pPr>
            <a:r>
              <a:rPr lang="cs-CZ" dirty="0" err="1"/>
              <a:t>Life</a:t>
            </a:r>
            <a:endParaRPr lang="cs-CZ" dirty="0"/>
          </a:p>
          <a:p>
            <a:pPr marL="320040" lvl="1" indent="0">
              <a:buNone/>
            </a:pPr>
            <a:endParaRPr lang="cs-CZ" dirty="0"/>
          </a:p>
        </p:txBody>
      </p:sp>
    </p:spTree>
    <p:extLst>
      <p:ext uri="{BB962C8B-B14F-4D97-AF65-F5344CB8AC3E}">
        <p14:creationId xmlns:p14="http://schemas.microsoft.com/office/powerpoint/2010/main" val="2004140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err="1"/>
              <a:t>Boulding's</a:t>
            </a:r>
            <a:r>
              <a:rPr lang="cs-CZ" dirty="0"/>
              <a:t> </a:t>
            </a:r>
            <a:r>
              <a:rPr lang="cs-CZ" dirty="0" err="1"/>
              <a:t>Classification</a:t>
            </a:r>
            <a:r>
              <a:rPr lang="cs-CZ" dirty="0"/>
              <a:t> </a:t>
            </a:r>
            <a:r>
              <a:rPr lang="cs-CZ" dirty="0" err="1"/>
              <a:t>of</a:t>
            </a:r>
            <a:r>
              <a:rPr lang="cs-CZ" dirty="0"/>
              <a:t> Systems</a:t>
            </a:r>
          </a:p>
        </p:txBody>
      </p:sp>
      <p:sp>
        <p:nvSpPr>
          <p:cNvPr id="3" name="Zástupný symbol pro obsah 2"/>
          <p:cNvSpPr>
            <a:spLocks noGrp="1"/>
          </p:cNvSpPr>
          <p:nvPr>
            <p:ph sz="quarter" idx="1"/>
          </p:nvPr>
        </p:nvSpPr>
        <p:spPr>
          <a:xfrm>
            <a:off x="612648" y="1600200"/>
            <a:ext cx="8153400" cy="5257800"/>
          </a:xfrm>
        </p:spPr>
        <p:txBody>
          <a:bodyPr>
            <a:normAutofit/>
          </a:bodyPr>
          <a:lstStyle/>
          <a:p>
            <a:pPr marL="514350" indent="-514350">
              <a:buFont typeface="+mj-lt"/>
              <a:buAutoNum type="arabicPeriod" startAt="5"/>
            </a:pPr>
            <a:r>
              <a:rPr lang="cs-CZ" altLang="cs-CZ" dirty="0" err="1"/>
              <a:t>Plants</a:t>
            </a:r>
            <a:endParaRPr lang="cs-CZ" dirty="0"/>
          </a:p>
          <a:p>
            <a:pPr marL="834390" lvl="1" indent="-514350"/>
            <a:r>
              <a:rPr lang="cs-CZ" dirty="0" err="1"/>
              <a:t>Genetic</a:t>
            </a:r>
            <a:r>
              <a:rPr lang="cs-CZ" dirty="0"/>
              <a:t> </a:t>
            </a:r>
            <a:r>
              <a:rPr lang="cs-CZ" dirty="0" err="1"/>
              <a:t>systems</a:t>
            </a:r>
            <a:endParaRPr lang="cs-CZ" dirty="0"/>
          </a:p>
          <a:p>
            <a:pPr marL="834390" lvl="1" indent="-514350">
              <a:buFont typeface="Wingdings 2" panose="05020102010507070707" pitchFamily="18" charset="2"/>
              <a:buChar char=""/>
            </a:pPr>
            <a:r>
              <a:rPr lang="cs-CZ" dirty="0" err="1"/>
              <a:t>Subsystems</a:t>
            </a:r>
            <a:r>
              <a:rPr lang="en-US" dirty="0"/>
              <a:t> with </a:t>
            </a:r>
            <a:r>
              <a:rPr lang="cs-CZ" dirty="0" err="1"/>
              <a:t>specific</a:t>
            </a:r>
            <a:r>
              <a:rPr lang="cs-CZ" dirty="0"/>
              <a:t> </a:t>
            </a:r>
            <a:r>
              <a:rPr lang="en-US" dirty="0"/>
              <a:t>differentiated and mutually dependent parts</a:t>
            </a:r>
            <a:r>
              <a:rPr lang="cs-CZ" dirty="0"/>
              <a:t> (</a:t>
            </a:r>
            <a:r>
              <a:rPr lang="cs-CZ" dirty="0" err="1"/>
              <a:t>roots</a:t>
            </a:r>
            <a:r>
              <a:rPr lang="cs-CZ" dirty="0"/>
              <a:t>, </a:t>
            </a:r>
            <a:r>
              <a:rPr lang="cs-CZ" dirty="0" err="1"/>
              <a:t>leaves</a:t>
            </a:r>
            <a:r>
              <a:rPr lang="cs-CZ" dirty="0"/>
              <a:t>…)</a:t>
            </a:r>
          </a:p>
          <a:p>
            <a:pPr marL="834390" lvl="1" indent="-514350">
              <a:buFont typeface="Wingdings 2" panose="05020102010507070707" pitchFamily="18" charset="2"/>
              <a:buChar char=""/>
            </a:pPr>
            <a:endParaRPr lang="cs-CZ" dirty="0"/>
          </a:p>
          <a:p>
            <a:pPr marL="514350" indent="-514350">
              <a:buFont typeface="+mj-lt"/>
              <a:buAutoNum type="arabicPeriod" startAt="5"/>
            </a:pPr>
            <a:r>
              <a:rPr lang="cs-CZ" dirty="0" err="1"/>
              <a:t>Animals</a:t>
            </a:r>
            <a:endParaRPr lang="cs-CZ" dirty="0"/>
          </a:p>
          <a:p>
            <a:pPr marL="834390" lvl="1" indent="-514350">
              <a:buFont typeface="Wingdings 2" panose="05020102010507070707" pitchFamily="18" charset="2"/>
              <a:buChar char=""/>
            </a:pPr>
            <a:r>
              <a:rPr lang="cs-CZ" dirty="0" err="1"/>
              <a:t>Increased</a:t>
            </a:r>
            <a:r>
              <a:rPr lang="cs-CZ" dirty="0"/>
              <a:t> mobility</a:t>
            </a:r>
          </a:p>
          <a:p>
            <a:pPr marL="834390" lvl="1" indent="-514350">
              <a:buFont typeface="Wingdings 2" panose="05020102010507070707" pitchFamily="18" charset="2"/>
              <a:buChar char=""/>
            </a:pPr>
            <a:r>
              <a:rPr lang="cs-CZ" dirty="0" err="1"/>
              <a:t>Self-awareness</a:t>
            </a:r>
            <a:endParaRPr lang="cs-CZ" dirty="0"/>
          </a:p>
          <a:p>
            <a:pPr marL="834390" lvl="1" indent="-514350">
              <a:buFont typeface="Wingdings 2" panose="05020102010507070707" pitchFamily="18" charset="2"/>
              <a:buChar char=""/>
            </a:pPr>
            <a:r>
              <a:rPr lang="cs-CZ" dirty="0"/>
              <a:t>I</a:t>
            </a:r>
            <a:r>
              <a:rPr lang="en-US" dirty="0" err="1"/>
              <a:t>ncrease</a:t>
            </a:r>
            <a:r>
              <a:rPr lang="en-US" dirty="0"/>
              <a:t> in the intake of information</a:t>
            </a:r>
            <a:endParaRPr lang="cs-CZ" dirty="0"/>
          </a:p>
          <a:p>
            <a:pPr marL="320040" lvl="1" indent="0">
              <a:buNone/>
            </a:pPr>
            <a:endParaRPr lang="cs-CZ" dirty="0"/>
          </a:p>
        </p:txBody>
      </p:sp>
    </p:spTree>
    <p:extLst>
      <p:ext uri="{BB962C8B-B14F-4D97-AF65-F5344CB8AC3E}">
        <p14:creationId xmlns:p14="http://schemas.microsoft.com/office/powerpoint/2010/main" val="1369790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err="1"/>
              <a:t>Boulding's</a:t>
            </a:r>
            <a:r>
              <a:rPr lang="cs-CZ" dirty="0"/>
              <a:t> </a:t>
            </a:r>
            <a:r>
              <a:rPr lang="cs-CZ" dirty="0" err="1"/>
              <a:t>Classification</a:t>
            </a:r>
            <a:r>
              <a:rPr lang="cs-CZ" dirty="0"/>
              <a:t> </a:t>
            </a:r>
            <a:r>
              <a:rPr lang="cs-CZ" dirty="0" err="1"/>
              <a:t>of</a:t>
            </a:r>
            <a:r>
              <a:rPr lang="cs-CZ" dirty="0"/>
              <a:t> Systems</a:t>
            </a:r>
          </a:p>
        </p:txBody>
      </p:sp>
      <p:sp>
        <p:nvSpPr>
          <p:cNvPr id="3" name="Zástupný symbol pro obsah 2"/>
          <p:cNvSpPr>
            <a:spLocks noGrp="1"/>
          </p:cNvSpPr>
          <p:nvPr>
            <p:ph sz="quarter" idx="1"/>
          </p:nvPr>
        </p:nvSpPr>
        <p:spPr>
          <a:xfrm>
            <a:off x="612648" y="1600200"/>
            <a:ext cx="8153400" cy="5257800"/>
          </a:xfrm>
        </p:spPr>
        <p:txBody>
          <a:bodyPr>
            <a:normAutofit/>
          </a:bodyPr>
          <a:lstStyle/>
          <a:p>
            <a:pPr marL="514350" indent="-514350">
              <a:buFont typeface="+mj-lt"/>
              <a:buAutoNum type="arabicPeriod" startAt="7"/>
            </a:pPr>
            <a:r>
              <a:rPr lang="cs-CZ" altLang="cs-CZ" dirty="0" err="1"/>
              <a:t>Human</a:t>
            </a:r>
            <a:r>
              <a:rPr lang="cs-CZ" altLang="cs-CZ" dirty="0"/>
              <a:t> </a:t>
            </a:r>
            <a:r>
              <a:rPr lang="cs-CZ" altLang="cs-CZ" dirty="0" err="1"/>
              <a:t>Beings</a:t>
            </a:r>
            <a:endParaRPr lang="cs-CZ" dirty="0"/>
          </a:p>
          <a:p>
            <a:pPr marL="834390" lvl="1" indent="-514350">
              <a:buFont typeface="Wingdings 2" panose="05020102010507070707" pitchFamily="18" charset="2"/>
              <a:buChar char=""/>
            </a:pPr>
            <a:r>
              <a:rPr lang="cs-CZ" dirty="0" err="1"/>
              <a:t>Consciousness</a:t>
            </a:r>
            <a:r>
              <a:rPr lang="cs-CZ" dirty="0"/>
              <a:t> (</a:t>
            </a:r>
            <a:r>
              <a:rPr lang="cs-CZ" dirty="0" err="1"/>
              <a:t>this</a:t>
            </a:r>
            <a:r>
              <a:rPr lang="cs-CZ" dirty="0"/>
              <a:t> </a:t>
            </a:r>
            <a:r>
              <a:rPr lang="cs-CZ" dirty="0" err="1"/>
              <a:t>is</a:t>
            </a:r>
            <a:r>
              <a:rPr lang="cs-CZ" dirty="0"/>
              <a:t> much more </a:t>
            </a:r>
            <a:r>
              <a:rPr lang="cs-CZ" dirty="0" err="1"/>
              <a:t>than</a:t>
            </a:r>
            <a:r>
              <a:rPr lang="cs-CZ" dirty="0"/>
              <a:t> </a:t>
            </a:r>
            <a:r>
              <a:rPr lang="cs-CZ" dirty="0" err="1"/>
              <a:t>simple</a:t>
            </a:r>
            <a:r>
              <a:rPr lang="cs-CZ" dirty="0"/>
              <a:t> </a:t>
            </a:r>
            <a:r>
              <a:rPr lang="cs-CZ" dirty="0" err="1"/>
              <a:t>self-awarnes</a:t>
            </a:r>
            <a:r>
              <a:rPr lang="cs-CZ" dirty="0"/>
              <a:t>)</a:t>
            </a:r>
          </a:p>
          <a:p>
            <a:pPr marL="834390" lvl="1" indent="-514350">
              <a:buFont typeface="Wingdings 2" panose="05020102010507070707" pitchFamily="18" charset="2"/>
              <a:buChar char=""/>
            </a:pPr>
            <a:endParaRPr lang="cs-CZ" dirty="0"/>
          </a:p>
          <a:p>
            <a:pPr marL="514350" indent="-514350">
              <a:buFont typeface="+mj-lt"/>
              <a:buAutoNum type="arabicPeriod" startAt="7"/>
            </a:pPr>
            <a:r>
              <a:rPr lang="cs-CZ" altLang="cs-CZ" dirty="0" err="1"/>
              <a:t>Social</a:t>
            </a:r>
            <a:r>
              <a:rPr lang="cs-CZ" altLang="cs-CZ" dirty="0"/>
              <a:t> </a:t>
            </a:r>
            <a:r>
              <a:rPr lang="cs-CZ" altLang="cs-CZ" dirty="0" err="1"/>
              <a:t>organisations</a:t>
            </a:r>
            <a:endParaRPr lang="cs-CZ" dirty="0"/>
          </a:p>
          <a:p>
            <a:pPr marL="834390" lvl="1" indent="-514350">
              <a:buFont typeface="Wingdings 2" panose="05020102010507070707" pitchFamily="18" charset="2"/>
              <a:buChar char=""/>
            </a:pPr>
            <a:r>
              <a:rPr lang="cs-CZ" dirty="0" err="1"/>
              <a:t>Humans</a:t>
            </a:r>
            <a:r>
              <a:rPr lang="cs-CZ" dirty="0"/>
              <a:t> </a:t>
            </a:r>
            <a:r>
              <a:rPr lang="cs-CZ" dirty="0" err="1"/>
              <a:t>have</a:t>
            </a:r>
            <a:r>
              <a:rPr lang="cs-CZ" dirty="0"/>
              <a:t> </a:t>
            </a:r>
            <a:r>
              <a:rPr lang="cs-CZ" dirty="0" err="1"/>
              <a:t>roles</a:t>
            </a:r>
            <a:endParaRPr lang="cs-CZ" dirty="0"/>
          </a:p>
          <a:p>
            <a:pPr marL="320040" lvl="1" indent="0">
              <a:buNone/>
            </a:pPr>
            <a:endParaRPr lang="cs-CZ" dirty="0"/>
          </a:p>
          <a:p>
            <a:pPr marL="514350" indent="-514350">
              <a:buFont typeface="+mj-lt"/>
              <a:buAutoNum type="arabicPeriod" startAt="7"/>
            </a:pPr>
            <a:r>
              <a:rPr lang="cs-CZ" dirty="0" err="1"/>
              <a:t>Trascendental</a:t>
            </a:r>
            <a:r>
              <a:rPr lang="cs-CZ" dirty="0"/>
              <a:t> Systems</a:t>
            </a:r>
          </a:p>
          <a:p>
            <a:pPr marL="834390" lvl="1" indent="-514350"/>
            <a:r>
              <a:rPr lang="en-US" dirty="0"/>
              <a:t>The </a:t>
            </a:r>
            <a:r>
              <a:rPr lang="en-US" dirty="0" err="1"/>
              <a:t>ultimates</a:t>
            </a:r>
            <a:r>
              <a:rPr lang="en-US" dirty="0"/>
              <a:t> and absolutes and the inescapable </a:t>
            </a:r>
            <a:r>
              <a:rPr lang="en-US" dirty="0" err="1"/>
              <a:t>unknowables</a:t>
            </a:r>
            <a:endParaRPr lang="cs-CZ" dirty="0"/>
          </a:p>
        </p:txBody>
      </p:sp>
    </p:spTree>
    <p:extLst>
      <p:ext uri="{BB962C8B-B14F-4D97-AF65-F5344CB8AC3E}">
        <p14:creationId xmlns:p14="http://schemas.microsoft.com/office/powerpoint/2010/main" val="63434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err="1"/>
              <a:t>Boulding's</a:t>
            </a:r>
            <a:r>
              <a:rPr lang="cs-CZ" dirty="0"/>
              <a:t> </a:t>
            </a:r>
            <a:r>
              <a:rPr lang="cs-CZ" dirty="0" err="1"/>
              <a:t>Classification</a:t>
            </a:r>
            <a:r>
              <a:rPr lang="cs-CZ" dirty="0"/>
              <a:t> </a:t>
            </a:r>
            <a:r>
              <a:rPr lang="cs-CZ" dirty="0" err="1"/>
              <a:t>of</a:t>
            </a:r>
            <a:r>
              <a:rPr lang="cs-CZ" dirty="0"/>
              <a:t> Systems</a:t>
            </a:r>
          </a:p>
        </p:txBody>
      </p:sp>
      <p:sp>
        <p:nvSpPr>
          <p:cNvPr id="3" name="Zástupný symbol pro obsah 2"/>
          <p:cNvSpPr>
            <a:spLocks noGrp="1"/>
          </p:cNvSpPr>
          <p:nvPr>
            <p:ph sz="quarter" idx="1"/>
          </p:nvPr>
        </p:nvSpPr>
        <p:spPr>
          <a:xfrm>
            <a:off x="612648" y="1600200"/>
            <a:ext cx="8153400" cy="5257800"/>
          </a:xfrm>
        </p:spPr>
        <p:txBody>
          <a:bodyPr>
            <a:normAutofit/>
          </a:bodyPr>
          <a:lstStyle/>
          <a:p>
            <a:endParaRPr lang="cs-CZ" altLang="cs-CZ" dirty="0" err="1"/>
          </a:p>
          <a:p>
            <a:endParaRPr lang="cs-CZ" altLang="cs-CZ" dirty="0" err="1"/>
          </a:p>
          <a:p>
            <a:r>
              <a:rPr lang="cs-CZ" altLang="cs-CZ" i="1" dirty="0" err="1"/>
              <a:t>Discuss</a:t>
            </a:r>
            <a:r>
              <a:rPr lang="cs-CZ" altLang="cs-CZ" i="1" dirty="0"/>
              <a:t> </a:t>
            </a:r>
            <a:r>
              <a:rPr lang="cs-CZ" altLang="cs-CZ" i="1" dirty="0" err="1"/>
              <a:t>the</a:t>
            </a:r>
            <a:r>
              <a:rPr lang="cs-CZ" altLang="cs-CZ" i="1" dirty="0"/>
              <a:t> </a:t>
            </a:r>
            <a:r>
              <a:rPr lang="cs-CZ" altLang="cs-CZ" i="1" dirty="0" err="1"/>
              <a:t>Boulding‘s</a:t>
            </a:r>
            <a:r>
              <a:rPr lang="cs-CZ" altLang="cs-CZ" i="1" dirty="0"/>
              <a:t> </a:t>
            </a:r>
            <a:r>
              <a:rPr lang="cs-CZ" altLang="cs-CZ" i="1" dirty="0" err="1"/>
              <a:t>classification</a:t>
            </a:r>
            <a:r>
              <a:rPr lang="cs-CZ" altLang="cs-CZ" i="1" dirty="0"/>
              <a:t> </a:t>
            </a:r>
            <a:r>
              <a:rPr lang="cs-CZ" altLang="cs-CZ" i="1" dirty="0" err="1"/>
              <a:t>from</a:t>
            </a:r>
            <a:r>
              <a:rPr lang="cs-CZ" altLang="cs-CZ" i="1" dirty="0"/>
              <a:t> </a:t>
            </a:r>
            <a:r>
              <a:rPr lang="cs-CZ" altLang="cs-CZ" i="1" dirty="0" err="1"/>
              <a:t>the</a:t>
            </a:r>
            <a:r>
              <a:rPr lang="cs-CZ" altLang="cs-CZ" i="1" dirty="0"/>
              <a:t> point </a:t>
            </a:r>
            <a:r>
              <a:rPr lang="cs-CZ" altLang="cs-CZ" i="1" dirty="0" err="1"/>
              <a:t>of</a:t>
            </a:r>
            <a:r>
              <a:rPr lang="cs-CZ" altLang="cs-CZ" i="1" dirty="0"/>
              <a:t> </a:t>
            </a:r>
            <a:r>
              <a:rPr lang="cs-CZ" altLang="cs-CZ" i="1" dirty="0" err="1"/>
              <a:t>view</a:t>
            </a:r>
            <a:r>
              <a:rPr lang="cs-CZ" altLang="cs-CZ" i="1" dirty="0"/>
              <a:t> </a:t>
            </a:r>
            <a:r>
              <a:rPr lang="cs-CZ" altLang="cs-CZ" i="1" dirty="0" err="1"/>
              <a:t>of</a:t>
            </a:r>
            <a:r>
              <a:rPr lang="cs-CZ" altLang="cs-CZ" i="1" dirty="0"/>
              <a:t> </a:t>
            </a:r>
            <a:r>
              <a:rPr lang="cs-CZ" altLang="cs-CZ" i="1" dirty="0" err="1"/>
              <a:t>complexity</a:t>
            </a:r>
            <a:r>
              <a:rPr lang="cs-CZ" altLang="cs-CZ" i="1" dirty="0"/>
              <a:t>.</a:t>
            </a:r>
          </a:p>
        </p:txBody>
      </p:sp>
    </p:spTree>
    <p:extLst>
      <p:ext uri="{BB962C8B-B14F-4D97-AF65-F5344CB8AC3E}">
        <p14:creationId xmlns:p14="http://schemas.microsoft.com/office/powerpoint/2010/main" val="2157781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err="1"/>
              <a:t>Ackoff‘s</a:t>
            </a:r>
            <a:r>
              <a:rPr lang="cs-CZ" dirty="0"/>
              <a:t> </a:t>
            </a:r>
            <a:r>
              <a:rPr lang="cs-CZ" dirty="0" err="1"/>
              <a:t>Classification</a:t>
            </a:r>
            <a:r>
              <a:rPr lang="cs-CZ" dirty="0"/>
              <a:t> </a:t>
            </a:r>
            <a:r>
              <a:rPr lang="cs-CZ" dirty="0" err="1"/>
              <a:t>of</a:t>
            </a:r>
            <a:r>
              <a:rPr lang="cs-CZ" dirty="0"/>
              <a:t> Systems</a:t>
            </a:r>
          </a:p>
        </p:txBody>
      </p:sp>
      <p:sp>
        <p:nvSpPr>
          <p:cNvPr id="3" name="Zástupný symbol pro obsah 2"/>
          <p:cNvSpPr>
            <a:spLocks noGrp="1"/>
          </p:cNvSpPr>
          <p:nvPr>
            <p:ph sz="quarter" idx="1"/>
          </p:nvPr>
        </p:nvSpPr>
        <p:spPr>
          <a:xfrm>
            <a:off x="612648" y="1600200"/>
            <a:ext cx="8153400" cy="5257800"/>
          </a:xfrm>
        </p:spPr>
        <p:txBody>
          <a:bodyPr>
            <a:normAutofit/>
          </a:bodyPr>
          <a:lstStyle/>
          <a:p>
            <a:r>
              <a:rPr lang="cs-CZ" dirty="0" err="1"/>
              <a:t>This</a:t>
            </a:r>
            <a:r>
              <a:rPr lang="cs-CZ" dirty="0"/>
              <a:t> </a:t>
            </a:r>
            <a:r>
              <a:rPr lang="cs-CZ" dirty="0" err="1"/>
              <a:t>classification</a:t>
            </a:r>
            <a:r>
              <a:rPr lang="cs-CZ" dirty="0"/>
              <a:t> </a:t>
            </a:r>
            <a:r>
              <a:rPr lang="cs-CZ" dirty="0" err="1"/>
              <a:t>is</a:t>
            </a:r>
            <a:r>
              <a:rPr lang="cs-CZ" dirty="0"/>
              <a:t> </a:t>
            </a:r>
            <a:r>
              <a:rPr lang="cs-CZ" dirty="0" err="1"/>
              <a:t>based</a:t>
            </a:r>
            <a:r>
              <a:rPr lang="cs-CZ" dirty="0"/>
              <a:t> </a:t>
            </a:r>
            <a:r>
              <a:rPr lang="en-US" dirty="0"/>
              <a:t>on whether the </a:t>
            </a:r>
            <a:r>
              <a:rPr lang="cs-CZ" dirty="0" err="1"/>
              <a:t>essential</a:t>
            </a:r>
            <a:r>
              <a:rPr lang="cs-CZ" dirty="0"/>
              <a:t> </a:t>
            </a:r>
            <a:r>
              <a:rPr lang="en-US" dirty="0"/>
              <a:t>parts and</a:t>
            </a:r>
            <a:r>
              <a:rPr lang="cs-CZ" dirty="0"/>
              <a:t>/</a:t>
            </a:r>
            <a:r>
              <a:rPr lang="cs-CZ" dirty="0" err="1"/>
              <a:t>or</a:t>
            </a:r>
            <a:r>
              <a:rPr lang="en-US" dirty="0"/>
              <a:t> the whole</a:t>
            </a:r>
            <a:r>
              <a:rPr lang="cs-CZ" dirty="0"/>
              <a:t> </a:t>
            </a:r>
            <a:r>
              <a:rPr lang="cs-CZ" dirty="0" err="1"/>
              <a:t>system</a:t>
            </a:r>
            <a:r>
              <a:rPr lang="en-US" dirty="0"/>
              <a:t> can display choice, and therefore, be purposeful.</a:t>
            </a:r>
            <a:endParaRPr lang="cs-CZ" altLang="cs-CZ" i="1" dirty="0"/>
          </a:p>
        </p:txBody>
      </p:sp>
      <p:graphicFrame>
        <p:nvGraphicFramePr>
          <p:cNvPr id="4" name="Tabulka 3"/>
          <p:cNvGraphicFramePr>
            <a:graphicFrameLocks noGrp="1"/>
          </p:cNvGraphicFramePr>
          <p:nvPr>
            <p:extLst>
              <p:ext uri="{D42A27DB-BD31-4B8C-83A1-F6EECF244321}">
                <p14:modId xmlns:p14="http://schemas.microsoft.com/office/powerpoint/2010/main" val="2470586076"/>
              </p:ext>
            </p:extLst>
          </p:nvPr>
        </p:nvGraphicFramePr>
        <p:xfrm>
          <a:off x="179512" y="3501008"/>
          <a:ext cx="8784976" cy="3267092"/>
        </p:xfrm>
        <a:graphic>
          <a:graphicData uri="http://schemas.openxmlformats.org/drawingml/2006/table">
            <a:tbl>
              <a:tblPr firstRow="1" bandRow="1">
                <a:tableStyleId>{793D81CF-94F2-401A-BA57-92F5A7B2D0C5}</a:tableStyleId>
              </a:tblPr>
              <a:tblGrid>
                <a:gridCol w="3096344">
                  <a:extLst>
                    <a:ext uri="{9D8B030D-6E8A-4147-A177-3AD203B41FA5}">
                      <a16:colId xmlns:a16="http://schemas.microsoft.com/office/drawing/2014/main" val="20000"/>
                    </a:ext>
                  </a:extLst>
                </a:gridCol>
                <a:gridCol w="1735478">
                  <a:extLst>
                    <a:ext uri="{9D8B030D-6E8A-4147-A177-3AD203B41FA5}">
                      <a16:colId xmlns:a16="http://schemas.microsoft.com/office/drawing/2014/main" val="20001"/>
                    </a:ext>
                  </a:extLst>
                </a:gridCol>
                <a:gridCol w="1936930">
                  <a:extLst>
                    <a:ext uri="{9D8B030D-6E8A-4147-A177-3AD203B41FA5}">
                      <a16:colId xmlns:a16="http://schemas.microsoft.com/office/drawing/2014/main" val="20002"/>
                    </a:ext>
                  </a:extLst>
                </a:gridCol>
                <a:gridCol w="2016224">
                  <a:extLst>
                    <a:ext uri="{9D8B030D-6E8A-4147-A177-3AD203B41FA5}">
                      <a16:colId xmlns:a16="http://schemas.microsoft.com/office/drawing/2014/main" val="20003"/>
                    </a:ext>
                  </a:extLst>
                </a:gridCol>
              </a:tblGrid>
              <a:tr h="360040">
                <a:tc rowSpan="2">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cs-CZ" dirty="0" err="1"/>
                        <a:t>Example</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dirty="0"/>
                        <a:t>Display</a:t>
                      </a:r>
                      <a:r>
                        <a:rPr lang="cs-CZ" dirty="0"/>
                        <a:t> </a:t>
                      </a:r>
                      <a:r>
                        <a:rPr lang="cs-CZ" dirty="0" err="1"/>
                        <a:t>of</a:t>
                      </a:r>
                      <a:r>
                        <a:rPr lang="en-US" dirty="0"/>
                        <a:t> choice</a:t>
                      </a: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0040">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err="1">
                          <a:solidFill>
                            <a:schemeClr val="bg1"/>
                          </a:solidFill>
                        </a:rPr>
                        <a:t>Parts</a:t>
                      </a:r>
                      <a:endParaRPr lang="en-GB"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algn="ctr"/>
                      <a:r>
                        <a:rPr lang="cs-CZ" b="1" dirty="0" err="1">
                          <a:solidFill>
                            <a:schemeClr val="bg1"/>
                          </a:solidFill>
                        </a:rPr>
                        <a:t>Whole</a:t>
                      </a:r>
                      <a:endParaRPr lang="en-GB"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1"/>
                  </a:ext>
                </a:extLst>
              </a:tr>
              <a:tr h="517566">
                <a:tc>
                  <a:txBody>
                    <a:bodyPr/>
                    <a:lstStyle/>
                    <a:p>
                      <a:pPr marL="0" indent="0">
                        <a:lnSpc>
                          <a:spcPct val="90000"/>
                        </a:lnSpc>
                        <a:buNone/>
                      </a:pPr>
                      <a:r>
                        <a:rPr lang="cs-CZ" altLang="cs-CZ" b="1" dirty="0" err="1"/>
                        <a:t>Mechanistic</a:t>
                      </a:r>
                      <a:r>
                        <a:rPr lang="cs-CZ" altLang="cs-CZ" b="1" dirty="0"/>
                        <a:t>/</a:t>
                      </a:r>
                      <a:r>
                        <a:rPr lang="cs-CZ" altLang="cs-CZ" b="1" dirty="0" err="1"/>
                        <a:t>deterministic</a:t>
                      </a:r>
                      <a:endParaRPr lang="cs-CZ" altLang="cs-CZ"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cs-CZ" dirty="0" err="1"/>
                        <a:t>Machine</a:t>
                      </a:r>
                      <a:r>
                        <a:rPr lang="cs-CZ" dirty="0"/>
                        <a:t>, Plant, </a:t>
                      </a:r>
                      <a:r>
                        <a:rPr lang="cs-CZ" dirty="0" err="1"/>
                        <a:t>Lower</a:t>
                      </a:r>
                      <a:r>
                        <a:rPr lang="cs-CZ" dirty="0"/>
                        <a:t> animal (</a:t>
                      </a:r>
                      <a:r>
                        <a:rPr lang="cs-CZ" dirty="0" err="1"/>
                        <a:t>e.g</a:t>
                      </a:r>
                      <a:r>
                        <a:rPr lang="cs-CZ" dirty="0"/>
                        <a:t>. </a:t>
                      </a:r>
                      <a:r>
                        <a:rPr lang="cs-CZ" dirty="0" err="1"/>
                        <a:t>fly</a:t>
                      </a:r>
                      <a:r>
                        <a:rPr lang="cs-CZ" dirty="0"/>
                        <a:t>)</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a:t>No</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a:t>No</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905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s-CZ" altLang="cs-CZ" b="1" dirty="0" err="1"/>
                        <a:t>Animate</a:t>
                      </a:r>
                      <a:endParaRPr lang="cs-CZ" altLang="cs-CZ"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cs-CZ" dirty="0" err="1"/>
                        <a:t>Persons</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a:t>No</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err="1"/>
                        <a:t>Yes</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05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s-CZ" altLang="cs-CZ" b="1" dirty="0" err="1"/>
                        <a:t>Social</a:t>
                      </a:r>
                      <a:endParaRPr lang="cs-CZ" altLang="cs-CZ"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cs-CZ" dirty="0" err="1"/>
                        <a:t>Corporations</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err="1"/>
                        <a:t>Yes</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err="1"/>
                        <a:t>Yes</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05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cs-CZ" altLang="cs-CZ" b="1" dirty="0" err="1"/>
                        <a:t>Ecological</a:t>
                      </a:r>
                      <a:endParaRPr lang="cs-CZ" altLang="cs-CZ"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cs-CZ" dirty="0"/>
                        <a:t>Island, </a:t>
                      </a:r>
                      <a:r>
                        <a:rPr lang="cs-CZ" dirty="0" err="1"/>
                        <a:t>Forest</a:t>
                      </a:r>
                      <a:r>
                        <a:rPr lang="cs-CZ" dirty="0"/>
                        <a:t>, </a:t>
                      </a:r>
                      <a:r>
                        <a:rPr lang="cs-CZ" dirty="0" err="1"/>
                        <a:t>Nature</a:t>
                      </a:r>
                      <a:endParaRPr lang="en-GB"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err="1"/>
                        <a:t>Yes</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cs-CZ" b="1" dirty="0"/>
                        <a:t>No</a:t>
                      </a: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17215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System</a:t>
            </a:r>
            <a:r>
              <a:rPr lang="cs-CZ" dirty="0"/>
              <a:t> </a:t>
            </a:r>
            <a:r>
              <a:rPr lang="cs-CZ" dirty="0" err="1"/>
              <a:t>thinking</a:t>
            </a:r>
            <a:endParaRPr lang="en-GB" dirty="0"/>
          </a:p>
        </p:txBody>
      </p:sp>
      <p:sp>
        <p:nvSpPr>
          <p:cNvPr id="3" name="Zástupný symbol pro obsah 2"/>
          <p:cNvSpPr>
            <a:spLocks noGrp="1"/>
          </p:cNvSpPr>
          <p:nvPr>
            <p:ph sz="quarter" idx="1"/>
          </p:nvPr>
        </p:nvSpPr>
        <p:spPr>
          <a:xfrm>
            <a:off x="612648" y="1600200"/>
            <a:ext cx="8153400" cy="5069160"/>
          </a:xfrm>
        </p:spPr>
        <p:txBody>
          <a:bodyPr>
            <a:normAutofit fontScale="70000" lnSpcReduction="20000"/>
          </a:bodyPr>
          <a:lstStyle/>
          <a:p>
            <a:pPr>
              <a:lnSpc>
                <a:spcPct val="90000"/>
              </a:lnSpc>
            </a:pPr>
            <a:r>
              <a:rPr lang="cs-CZ" altLang="cs-CZ" sz="3200" dirty="0" err="1"/>
              <a:t>Strongly</a:t>
            </a:r>
            <a:r>
              <a:rPr lang="cs-CZ" altLang="cs-CZ" sz="3200" dirty="0"/>
              <a:t> </a:t>
            </a:r>
            <a:r>
              <a:rPr lang="cs-CZ" altLang="cs-CZ" sz="3200" dirty="0" err="1"/>
              <a:t>depends</a:t>
            </a:r>
            <a:r>
              <a:rPr lang="cs-CZ" altLang="cs-CZ" sz="3200" dirty="0"/>
              <a:t> on </a:t>
            </a:r>
            <a:r>
              <a:rPr lang="cs-CZ" altLang="cs-CZ" sz="3200" dirty="0" err="1"/>
              <a:t>the</a:t>
            </a:r>
            <a:r>
              <a:rPr lang="cs-CZ" altLang="cs-CZ" sz="3200" dirty="0"/>
              <a:t> </a:t>
            </a:r>
            <a:r>
              <a:rPr lang="cs-CZ" altLang="cs-CZ" sz="3200" dirty="0" err="1"/>
              <a:t>author</a:t>
            </a:r>
            <a:r>
              <a:rPr lang="cs-CZ" altLang="cs-CZ" sz="3200" dirty="0"/>
              <a:t> </a:t>
            </a:r>
            <a:r>
              <a:rPr lang="cs-CZ" altLang="cs-CZ" sz="3200" dirty="0" err="1"/>
              <a:t>of</a:t>
            </a:r>
            <a:r>
              <a:rPr lang="cs-CZ" altLang="cs-CZ" sz="3200" dirty="0"/>
              <a:t> </a:t>
            </a:r>
            <a:r>
              <a:rPr lang="cs-CZ" altLang="cs-CZ" sz="3200" dirty="0" err="1"/>
              <a:t>the</a:t>
            </a:r>
            <a:r>
              <a:rPr lang="cs-CZ" altLang="cs-CZ" sz="3200" dirty="0"/>
              <a:t> </a:t>
            </a:r>
            <a:r>
              <a:rPr lang="cs-CZ" altLang="cs-CZ" sz="3200" dirty="0" err="1"/>
              <a:t>definition</a:t>
            </a:r>
            <a:endParaRPr lang="cs-CZ" altLang="cs-CZ" sz="3200" dirty="0"/>
          </a:p>
          <a:p>
            <a:pPr marL="0" indent="0">
              <a:lnSpc>
                <a:spcPct val="90000"/>
              </a:lnSpc>
              <a:buNone/>
            </a:pPr>
            <a:endParaRPr lang="cs-CZ" altLang="cs-CZ" sz="3200" dirty="0"/>
          </a:p>
          <a:p>
            <a:pPr marL="0" indent="0">
              <a:lnSpc>
                <a:spcPct val="90000"/>
              </a:lnSpc>
              <a:buNone/>
            </a:pPr>
            <a:r>
              <a:rPr lang="cs-CZ" altLang="cs-CZ" sz="3200" dirty="0" err="1"/>
              <a:t>e.g</a:t>
            </a:r>
            <a:r>
              <a:rPr lang="cs-CZ" altLang="cs-CZ" sz="3200" dirty="0"/>
              <a:t>.:</a:t>
            </a:r>
          </a:p>
          <a:p>
            <a:pPr marL="0" indent="0">
              <a:lnSpc>
                <a:spcPct val="90000"/>
              </a:lnSpc>
              <a:buNone/>
            </a:pPr>
            <a:endParaRPr lang="cs-CZ" altLang="cs-CZ" sz="3200" dirty="0"/>
          </a:p>
          <a:p>
            <a:pPr marL="0" indent="0">
              <a:buNone/>
            </a:pPr>
            <a:r>
              <a:rPr lang="cs-CZ" sz="3200" dirty="0"/>
              <a:t>„</a:t>
            </a:r>
            <a:r>
              <a:rPr lang="en-US" sz="3200" i="1" dirty="0"/>
              <a:t>Systems thinking is coming to mean little more than thinking about systems,</a:t>
            </a:r>
            <a:r>
              <a:rPr lang="cs-CZ" sz="3200" i="1" dirty="0"/>
              <a:t> </a:t>
            </a:r>
            <a:r>
              <a:rPr lang="en-US" sz="3200" i="1" dirty="0"/>
              <a:t>talking about systems, and acknowledging that systems are important. In other</a:t>
            </a:r>
            <a:r>
              <a:rPr lang="cs-CZ" sz="3200" i="1" dirty="0"/>
              <a:t> </a:t>
            </a:r>
            <a:r>
              <a:rPr lang="en-US" sz="3200" i="1" dirty="0"/>
              <a:t>words, systems thinking implies a rather general and superficial awareness of</a:t>
            </a:r>
            <a:r>
              <a:rPr lang="cs-CZ" sz="3200" i="1" dirty="0"/>
              <a:t> </a:t>
            </a:r>
            <a:r>
              <a:rPr lang="cs-CZ" sz="3200" i="1" dirty="0" err="1"/>
              <a:t>systems</a:t>
            </a:r>
            <a:r>
              <a:rPr lang="cs-CZ" sz="3200" dirty="0"/>
              <a:t>.“</a:t>
            </a:r>
          </a:p>
          <a:p>
            <a:pPr marL="0" indent="0" algn="r">
              <a:lnSpc>
                <a:spcPct val="90000"/>
              </a:lnSpc>
              <a:buNone/>
            </a:pPr>
            <a:r>
              <a:rPr lang="cs-CZ" altLang="cs-CZ" sz="3200" dirty="0"/>
              <a:t>(J. W. </a:t>
            </a:r>
            <a:r>
              <a:rPr lang="cs-CZ" altLang="cs-CZ" sz="3200" dirty="0" err="1"/>
              <a:t>Forrester</a:t>
            </a:r>
            <a:r>
              <a:rPr lang="cs-CZ" altLang="cs-CZ" sz="3200" dirty="0"/>
              <a:t>)</a:t>
            </a:r>
          </a:p>
          <a:p>
            <a:pPr marL="0" indent="0" algn="r">
              <a:lnSpc>
                <a:spcPct val="90000"/>
              </a:lnSpc>
              <a:buNone/>
            </a:pPr>
            <a:endParaRPr lang="cs-CZ" altLang="cs-CZ" sz="3200" dirty="0"/>
          </a:p>
          <a:p>
            <a:pPr marL="0" indent="0">
              <a:lnSpc>
                <a:spcPct val="90000"/>
              </a:lnSpc>
              <a:buNone/>
            </a:pPr>
            <a:r>
              <a:rPr lang="cs-CZ" altLang="cs-CZ" sz="3200" dirty="0" err="1"/>
              <a:t>Vs</a:t>
            </a:r>
            <a:endParaRPr lang="cs-CZ" altLang="cs-CZ" sz="3200" dirty="0"/>
          </a:p>
          <a:p>
            <a:pPr marL="0" indent="0">
              <a:lnSpc>
                <a:spcPct val="90000"/>
              </a:lnSpc>
              <a:buNone/>
            </a:pPr>
            <a:endParaRPr lang="cs-CZ" altLang="cs-CZ" sz="3200" dirty="0"/>
          </a:p>
          <a:p>
            <a:pPr marL="0" indent="0">
              <a:buNone/>
            </a:pPr>
            <a:r>
              <a:rPr lang="cs-CZ" sz="3200" dirty="0"/>
              <a:t>„</a:t>
            </a:r>
            <a:r>
              <a:rPr lang="cs-CZ" sz="3200" i="1" dirty="0"/>
              <a:t>S</a:t>
            </a:r>
            <a:r>
              <a:rPr lang="en-US" sz="3200" i="1" dirty="0" err="1"/>
              <a:t>ystems</a:t>
            </a:r>
            <a:r>
              <a:rPr lang="en-US" sz="3200" i="1" dirty="0"/>
              <a:t> thinking is the art and science of making reliable inferences about</a:t>
            </a:r>
            <a:r>
              <a:rPr lang="cs-CZ" sz="3200" i="1" dirty="0"/>
              <a:t> </a:t>
            </a:r>
            <a:r>
              <a:rPr lang="en-US" sz="3200" i="1" dirty="0"/>
              <a:t>behavior by developing an increasingly deep understanding of underlying</a:t>
            </a:r>
            <a:r>
              <a:rPr lang="cs-CZ" sz="3200" i="1" dirty="0"/>
              <a:t> </a:t>
            </a:r>
            <a:r>
              <a:rPr lang="cs-CZ" sz="3200" i="1" dirty="0" err="1"/>
              <a:t>structure</a:t>
            </a:r>
            <a:r>
              <a:rPr lang="cs-CZ" sz="3200" dirty="0"/>
              <a:t>.“</a:t>
            </a:r>
          </a:p>
          <a:p>
            <a:pPr marL="0" indent="0" algn="r">
              <a:lnSpc>
                <a:spcPct val="90000"/>
              </a:lnSpc>
              <a:buNone/>
            </a:pPr>
            <a:r>
              <a:rPr lang="cs-CZ" altLang="cs-CZ" sz="3200" dirty="0"/>
              <a:t>(B. </a:t>
            </a:r>
            <a:r>
              <a:rPr lang="cs-CZ" altLang="cs-CZ" sz="3200" dirty="0" err="1"/>
              <a:t>Richmond</a:t>
            </a:r>
            <a:r>
              <a:rPr lang="cs-CZ" altLang="cs-CZ" sz="3200" dirty="0"/>
              <a:t>)</a:t>
            </a:r>
          </a:p>
          <a:p>
            <a:pPr marL="541338" indent="-541338"/>
            <a:endParaRPr lang="en-GB" sz="2800" noProof="0" dirty="0"/>
          </a:p>
        </p:txBody>
      </p:sp>
    </p:spTree>
    <p:extLst>
      <p:ext uri="{BB962C8B-B14F-4D97-AF65-F5344CB8AC3E}">
        <p14:creationId xmlns:p14="http://schemas.microsoft.com/office/powerpoint/2010/main" val="2557722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System</a:t>
            </a:r>
            <a:r>
              <a:rPr lang="cs-CZ" dirty="0"/>
              <a:t> </a:t>
            </a:r>
            <a:r>
              <a:rPr lang="cs-CZ" dirty="0" err="1"/>
              <a:t>thinking</a:t>
            </a:r>
            <a:endParaRPr lang="en-GB" dirty="0"/>
          </a:p>
        </p:txBody>
      </p:sp>
      <p:sp>
        <p:nvSpPr>
          <p:cNvPr id="3" name="Zástupný symbol pro obsah 2"/>
          <p:cNvSpPr>
            <a:spLocks noGrp="1"/>
          </p:cNvSpPr>
          <p:nvPr>
            <p:ph sz="quarter" idx="1"/>
          </p:nvPr>
        </p:nvSpPr>
        <p:spPr>
          <a:xfrm>
            <a:off x="612648" y="1600200"/>
            <a:ext cx="8153400" cy="5069160"/>
          </a:xfrm>
        </p:spPr>
        <p:txBody>
          <a:bodyPr>
            <a:normAutofit/>
          </a:bodyPr>
          <a:lstStyle/>
          <a:p>
            <a:pPr>
              <a:lnSpc>
                <a:spcPct val="90000"/>
              </a:lnSpc>
            </a:pPr>
            <a:r>
              <a:rPr lang="cs-CZ" altLang="cs-CZ" sz="3200" dirty="0"/>
              <a:t>B. </a:t>
            </a:r>
            <a:r>
              <a:rPr lang="cs-CZ" altLang="cs-CZ" sz="3200" dirty="0" err="1"/>
              <a:t>Richmond</a:t>
            </a:r>
            <a:r>
              <a:rPr lang="cs-CZ" altLang="cs-CZ" sz="3200" dirty="0"/>
              <a:t> </a:t>
            </a:r>
            <a:r>
              <a:rPr lang="cs-CZ" altLang="cs-CZ" sz="3200" dirty="0" err="1"/>
              <a:t>understands</a:t>
            </a:r>
            <a:r>
              <a:rPr lang="cs-CZ" altLang="cs-CZ" sz="3200" dirty="0"/>
              <a:t> </a:t>
            </a:r>
            <a:r>
              <a:rPr lang="cs-CZ" altLang="cs-CZ" sz="3200" dirty="0" err="1"/>
              <a:t>the</a:t>
            </a:r>
            <a:r>
              <a:rPr lang="cs-CZ" altLang="cs-CZ" sz="3200" dirty="0"/>
              <a:t> </a:t>
            </a:r>
            <a:r>
              <a:rPr lang="cs-CZ" altLang="cs-CZ" sz="3200" dirty="0" err="1"/>
              <a:t>system</a:t>
            </a:r>
            <a:r>
              <a:rPr lang="cs-CZ" altLang="cs-CZ" sz="3200" dirty="0"/>
              <a:t> </a:t>
            </a:r>
            <a:r>
              <a:rPr lang="cs-CZ" altLang="cs-CZ" sz="3200" dirty="0" err="1"/>
              <a:t>thinking</a:t>
            </a:r>
            <a:r>
              <a:rPr lang="cs-CZ" altLang="cs-CZ" sz="3200" dirty="0"/>
              <a:t> as:</a:t>
            </a:r>
          </a:p>
          <a:p>
            <a:pPr>
              <a:lnSpc>
                <a:spcPct val="90000"/>
              </a:lnSpc>
            </a:pPr>
            <a:endParaRPr lang="cs-CZ" altLang="cs-CZ" sz="3200" dirty="0"/>
          </a:p>
          <a:p>
            <a:pPr lvl="1">
              <a:lnSpc>
                <a:spcPct val="90000"/>
              </a:lnSpc>
            </a:pPr>
            <a:r>
              <a:rPr lang="cs-CZ" altLang="cs-CZ" b="1" dirty="0" err="1"/>
              <a:t>Paradigm</a:t>
            </a:r>
            <a:endParaRPr lang="cs-CZ" altLang="cs-CZ" b="1" dirty="0"/>
          </a:p>
          <a:p>
            <a:pPr lvl="2">
              <a:lnSpc>
                <a:spcPct val="90000"/>
              </a:lnSpc>
            </a:pPr>
            <a:r>
              <a:rPr lang="cs-CZ" altLang="cs-CZ" dirty="0" err="1"/>
              <a:t>Vantage</a:t>
            </a:r>
            <a:r>
              <a:rPr lang="cs-CZ" altLang="cs-CZ" dirty="0"/>
              <a:t> point</a:t>
            </a:r>
          </a:p>
          <a:p>
            <a:pPr lvl="2">
              <a:lnSpc>
                <a:spcPct val="90000"/>
              </a:lnSpc>
            </a:pPr>
            <a:r>
              <a:rPr lang="cs-CZ" dirty="0"/>
              <a:t>Set </a:t>
            </a:r>
            <a:r>
              <a:rPr lang="cs-CZ" dirty="0" err="1"/>
              <a:t>of</a:t>
            </a:r>
            <a:r>
              <a:rPr lang="cs-CZ" dirty="0"/>
              <a:t> </a:t>
            </a:r>
            <a:r>
              <a:rPr lang="cs-CZ" dirty="0" err="1"/>
              <a:t>Thinking</a:t>
            </a:r>
            <a:r>
              <a:rPr lang="cs-CZ" dirty="0"/>
              <a:t> </a:t>
            </a:r>
            <a:r>
              <a:rPr lang="cs-CZ" dirty="0" err="1"/>
              <a:t>Skills</a:t>
            </a:r>
            <a:endParaRPr lang="cs-CZ" dirty="0"/>
          </a:p>
          <a:p>
            <a:pPr lvl="2">
              <a:lnSpc>
                <a:spcPct val="90000"/>
              </a:lnSpc>
            </a:pPr>
            <a:endParaRPr lang="cs-CZ" altLang="cs-CZ" dirty="0"/>
          </a:p>
          <a:p>
            <a:pPr lvl="1"/>
            <a:r>
              <a:rPr lang="cs-CZ" b="1" dirty="0" err="1"/>
              <a:t>Learning</a:t>
            </a:r>
            <a:r>
              <a:rPr lang="cs-CZ" b="1" dirty="0"/>
              <a:t> </a:t>
            </a:r>
            <a:r>
              <a:rPr lang="cs-CZ" b="1" dirty="0" err="1"/>
              <a:t>Method</a:t>
            </a:r>
            <a:endParaRPr lang="cs-CZ" b="1" dirty="0"/>
          </a:p>
          <a:p>
            <a:pPr lvl="2"/>
            <a:r>
              <a:rPr lang="cs-CZ" dirty="0" err="1"/>
              <a:t>Process</a:t>
            </a:r>
            <a:endParaRPr lang="cs-CZ" dirty="0"/>
          </a:p>
          <a:p>
            <a:pPr lvl="2"/>
            <a:r>
              <a:rPr lang="cs-CZ" dirty="0" err="1"/>
              <a:t>Language</a:t>
            </a:r>
            <a:endParaRPr lang="cs-CZ" dirty="0"/>
          </a:p>
          <a:p>
            <a:pPr lvl="2"/>
            <a:r>
              <a:rPr lang="cs-CZ" dirty="0"/>
              <a:t>Technology</a:t>
            </a:r>
            <a:endParaRPr lang="cs-CZ" altLang="cs-CZ" dirty="0"/>
          </a:p>
          <a:p>
            <a:pPr marL="0" indent="0">
              <a:lnSpc>
                <a:spcPct val="90000"/>
              </a:lnSpc>
              <a:buNone/>
            </a:pPr>
            <a:endParaRPr lang="cs-CZ" altLang="cs-CZ" sz="3200" dirty="0"/>
          </a:p>
          <a:p>
            <a:pPr marL="0" indent="0">
              <a:lnSpc>
                <a:spcPct val="90000"/>
              </a:lnSpc>
              <a:buNone/>
            </a:pPr>
            <a:endParaRPr lang="cs-CZ" altLang="cs-CZ" sz="3200" dirty="0"/>
          </a:p>
          <a:p>
            <a:pPr marL="541338" indent="-541338"/>
            <a:endParaRPr lang="en-GB" sz="2800" noProof="0" dirty="0"/>
          </a:p>
        </p:txBody>
      </p:sp>
    </p:spTree>
    <p:extLst>
      <p:ext uri="{BB962C8B-B14F-4D97-AF65-F5344CB8AC3E}">
        <p14:creationId xmlns:p14="http://schemas.microsoft.com/office/powerpoint/2010/main" val="1335413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2177822059"/>
              </p:ext>
            </p:extLst>
          </p:nvPr>
        </p:nvGraphicFramePr>
        <p:xfrm>
          <a:off x="0" y="1"/>
          <a:ext cx="9144000" cy="6669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ovéPole 8"/>
          <p:cNvSpPr txBox="1"/>
          <p:nvPr/>
        </p:nvSpPr>
        <p:spPr>
          <a:xfrm>
            <a:off x="10438" y="46365"/>
            <a:ext cx="1825258" cy="923330"/>
          </a:xfrm>
          <a:prstGeom prst="rect">
            <a:avLst/>
          </a:prstGeom>
          <a:noFill/>
        </p:spPr>
        <p:txBody>
          <a:bodyPr wrap="square" rtlCol="0">
            <a:spAutoFit/>
          </a:bodyPr>
          <a:lstStyle/>
          <a:p>
            <a:r>
              <a:rPr lang="cs-CZ" dirty="0" err="1"/>
              <a:t>Vojtko</a:t>
            </a:r>
            <a:endParaRPr lang="cs-CZ" dirty="0"/>
          </a:p>
          <a:p>
            <a:r>
              <a:rPr lang="cs-CZ" dirty="0" err="1"/>
              <a:t>Richmond</a:t>
            </a:r>
            <a:endParaRPr lang="en-GB" dirty="0"/>
          </a:p>
        </p:txBody>
      </p:sp>
    </p:spTree>
    <p:extLst>
      <p:ext uri="{BB962C8B-B14F-4D97-AF65-F5344CB8AC3E}">
        <p14:creationId xmlns:p14="http://schemas.microsoft.com/office/powerpoint/2010/main" val="26213450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extLst>
              <p:ext uri="{D42A27DB-BD31-4B8C-83A1-F6EECF244321}">
                <p14:modId xmlns:p14="http://schemas.microsoft.com/office/powerpoint/2010/main" val="1179902023"/>
              </p:ext>
            </p:extLst>
          </p:nvPr>
        </p:nvGraphicFramePr>
        <p:xfrm>
          <a:off x="0" y="1"/>
          <a:ext cx="9144000" cy="6669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Obrázek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33886" y="0"/>
            <a:ext cx="5476227" cy="6858000"/>
          </a:xfrm>
          <a:prstGeom prst="rect">
            <a:avLst/>
          </a:prstGeom>
        </p:spPr>
      </p:pic>
    </p:spTree>
    <p:extLst>
      <p:ext uri="{BB962C8B-B14F-4D97-AF65-F5344CB8AC3E}">
        <p14:creationId xmlns:p14="http://schemas.microsoft.com/office/powerpoint/2010/main" val="683409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System </a:t>
            </a:r>
            <a:r>
              <a:rPr lang="cs-CZ" dirty="0"/>
              <a:t>science</a:t>
            </a:r>
          </a:p>
        </p:txBody>
      </p:sp>
      <p:sp>
        <p:nvSpPr>
          <p:cNvPr id="3" name="Zástupný symbol pro obsah 2"/>
          <p:cNvSpPr>
            <a:spLocks noGrp="1"/>
          </p:cNvSpPr>
          <p:nvPr>
            <p:ph sz="quarter" idx="1"/>
          </p:nvPr>
        </p:nvSpPr>
        <p:spPr>
          <a:xfrm>
            <a:off x="612648" y="1600200"/>
            <a:ext cx="8153400" cy="5069160"/>
          </a:xfrm>
        </p:spPr>
        <p:txBody>
          <a:bodyPr>
            <a:normAutofit/>
          </a:bodyPr>
          <a:lstStyle/>
          <a:p>
            <a:r>
              <a:rPr lang="en-AU" dirty="0"/>
              <a:t>System science was necessary. </a:t>
            </a:r>
            <a:r>
              <a:rPr lang="cs-CZ" dirty="0"/>
              <a:t>(von </a:t>
            </a:r>
            <a:r>
              <a:rPr lang="cs-CZ" dirty="0" err="1"/>
              <a:t>Bertalanffy</a:t>
            </a:r>
            <a:r>
              <a:rPr lang="cs-CZ" dirty="0"/>
              <a:t>, 1968) </a:t>
            </a:r>
          </a:p>
          <a:p>
            <a:endParaRPr lang="cs-CZ" noProof="0" dirty="0"/>
          </a:p>
          <a:p>
            <a:r>
              <a:rPr lang="en-US" noProof="0" dirty="0"/>
              <a:t>Reasons for system science</a:t>
            </a:r>
            <a:r>
              <a:rPr lang="cs-CZ" noProof="0" dirty="0"/>
              <a:t> </a:t>
            </a:r>
            <a:endParaRPr lang="en-US" dirty="0"/>
          </a:p>
          <a:p>
            <a:pPr lvl="1"/>
            <a:r>
              <a:rPr lang="en-US" dirty="0"/>
              <a:t>Problems that we solve are more and more complex. </a:t>
            </a:r>
            <a:endParaRPr lang="cs-CZ" dirty="0"/>
          </a:p>
          <a:p>
            <a:pPr lvl="2"/>
            <a:r>
              <a:rPr lang="en-US" dirty="0"/>
              <a:t>We need different (holistic) point of view.</a:t>
            </a:r>
          </a:p>
          <a:p>
            <a:pPr lvl="1"/>
            <a:r>
              <a:rPr lang="en-US" dirty="0"/>
              <a:t>Growth of specialization</a:t>
            </a:r>
          </a:p>
          <a:p>
            <a:pPr lvl="2"/>
            <a:r>
              <a:rPr lang="en-US" dirty="0"/>
              <a:t>Experts from different fields do not understand each other.</a:t>
            </a:r>
            <a:endParaRPr lang="cs-CZ" dirty="0"/>
          </a:p>
          <a:p>
            <a:pPr lvl="2"/>
            <a:endParaRPr lang="en-US" dirty="0"/>
          </a:p>
          <a:p>
            <a:r>
              <a:rPr lang="en-US" dirty="0"/>
              <a:t>System approach was supposed to be the way of communication and transfer.</a:t>
            </a:r>
          </a:p>
          <a:p>
            <a:endParaRPr lang="en-GB" noProof="0" dirty="0"/>
          </a:p>
        </p:txBody>
      </p:sp>
    </p:spTree>
    <p:extLst>
      <p:ext uri="{BB962C8B-B14F-4D97-AF65-F5344CB8AC3E}">
        <p14:creationId xmlns:p14="http://schemas.microsoft.com/office/powerpoint/2010/main" val="3219301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System </a:t>
            </a:r>
            <a:r>
              <a:rPr lang="cs-CZ" dirty="0"/>
              <a:t>science</a:t>
            </a:r>
          </a:p>
        </p:txBody>
      </p:sp>
      <p:sp>
        <p:nvSpPr>
          <p:cNvPr id="3" name="Zástupný symbol pro obsah 2"/>
          <p:cNvSpPr>
            <a:spLocks noGrp="1"/>
          </p:cNvSpPr>
          <p:nvPr>
            <p:ph sz="quarter" idx="1"/>
          </p:nvPr>
        </p:nvSpPr>
        <p:spPr>
          <a:xfrm>
            <a:off x="612648" y="1600200"/>
            <a:ext cx="8153400" cy="5069160"/>
          </a:xfrm>
        </p:spPr>
        <p:txBody>
          <a:bodyPr>
            <a:normAutofit/>
          </a:bodyPr>
          <a:lstStyle/>
          <a:p>
            <a:r>
              <a:rPr lang="en-AU" dirty="0"/>
              <a:t>Interdisciplinary field</a:t>
            </a:r>
          </a:p>
          <a:p>
            <a:endParaRPr lang="en-AU" noProof="0" dirty="0"/>
          </a:p>
          <a:p>
            <a:pPr lvl="1"/>
            <a:r>
              <a:rPr lang="en-AU" dirty="0"/>
              <a:t>Study the general principles</a:t>
            </a:r>
          </a:p>
          <a:p>
            <a:pPr lvl="1"/>
            <a:r>
              <a:rPr lang="en-AU" noProof="0" dirty="0"/>
              <a:t>Identifies isomorphism</a:t>
            </a:r>
          </a:p>
          <a:p>
            <a:pPr lvl="1"/>
            <a:r>
              <a:rPr lang="en-AU" dirty="0"/>
              <a:t>Transfer of principles, models, laws between different fields</a:t>
            </a:r>
          </a:p>
          <a:p>
            <a:pPr lvl="1"/>
            <a:r>
              <a:rPr lang="en-AU" dirty="0"/>
              <a:t>Provides the universal language for various scientific disciplines</a:t>
            </a:r>
            <a:endParaRPr lang="cs-CZ" dirty="0"/>
          </a:p>
          <a:p>
            <a:pPr lvl="1"/>
            <a:endParaRPr lang="cs-CZ" dirty="0"/>
          </a:p>
          <a:p>
            <a:pPr lvl="1"/>
            <a:r>
              <a:rPr lang="cs-CZ" dirty="0"/>
              <a:t>Not </a:t>
            </a:r>
            <a:r>
              <a:rPr lang="cs-CZ" dirty="0" err="1"/>
              <a:t>all</a:t>
            </a:r>
            <a:r>
              <a:rPr lang="cs-CZ" dirty="0"/>
              <a:t> </a:t>
            </a:r>
            <a:r>
              <a:rPr lang="cs-CZ" dirty="0" err="1"/>
              <a:t>goals</a:t>
            </a:r>
            <a:r>
              <a:rPr lang="cs-CZ" dirty="0"/>
              <a:t> are </a:t>
            </a:r>
            <a:r>
              <a:rPr lang="cs-CZ" dirty="0" err="1"/>
              <a:t>fully</a:t>
            </a:r>
            <a:r>
              <a:rPr lang="cs-CZ" dirty="0"/>
              <a:t> </a:t>
            </a:r>
            <a:r>
              <a:rPr lang="cs-CZ" dirty="0" err="1"/>
              <a:t>achieved</a:t>
            </a:r>
            <a:endParaRPr lang="en-AU" dirty="0"/>
          </a:p>
        </p:txBody>
      </p:sp>
    </p:spTree>
    <p:extLst>
      <p:ext uri="{BB962C8B-B14F-4D97-AF65-F5344CB8AC3E}">
        <p14:creationId xmlns:p14="http://schemas.microsoft.com/office/powerpoint/2010/main" val="169672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dirty="0"/>
              <a:t>Systems science</a:t>
            </a:r>
          </a:p>
        </p:txBody>
      </p:sp>
      <p:sp>
        <p:nvSpPr>
          <p:cNvPr id="3" name="Zástupný symbol pro obsah 2"/>
          <p:cNvSpPr>
            <a:spLocks noGrp="1"/>
          </p:cNvSpPr>
          <p:nvPr>
            <p:ph sz="quarter" idx="1"/>
          </p:nvPr>
        </p:nvSpPr>
        <p:spPr>
          <a:xfrm>
            <a:off x="612648" y="1600200"/>
            <a:ext cx="8531352" cy="4495800"/>
          </a:xfrm>
        </p:spPr>
        <p:txBody>
          <a:bodyPr>
            <a:normAutofit/>
          </a:bodyPr>
          <a:lstStyle/>
          <a:p>
            <a:r>
              <a:rPr lang="en-GB" dirty="0"/>
              <a:t>History</a:t>
            </a:r>
          </a:p>
          <a:p>
            <a:pPr lvl="1"/>
            <a:r>
              <a:rPr lang="en-GB" noProof="0" dirty="0"/>
              <a:t>Roots in 1930s</a:t>
            </a:r>
          </a:p>
          <a:p>
            <a:pPr lvl="1"/>
            <a:r>
              <a:rPr lang="en-GB" noProof="0" dirty="0"/>
              <a:t>Development from 1950s</a:t>
            </a:r>
          </a:p>
          <a:p>
            <a:pPr lvl="1"/>
            <a:r>
              <a:rPr lang="en-GB" noProof="0" dirty="0"/>
              <a:t>1954: Society for General Systems Research</a:t>
            </a:r>
          </a:p>
          <a:p>
            <a:pPr lvl="2"/>
            <a:r>
              <a:rPr lang="en-GB" noProof="0" dirty="0"/>
              <a:t>Ludwig von </a:t>
            </a:r>
            <a:r>
              <a:rPr lang="en-GB" noProof="0" dirty="0" err="1"/>
              <a:t>Bertalanffy</a:t>
            </a:r>
            <a:r>
              <a:rPr lang="en-GB" noProof="0" dirty="0"/>
              <a:t> (biologist; open systems)</a:t>
            </a:r>
          </a:p>
          <a:p>
            <a:pPr lvl="2"/>
            <a:r>
              <a:rPr lang="en-GB" noProof="0" dirty="0" err="1"/>
              <a:t>Anatol</a:t>
            </a:r>
            <a:r>
              <a:rPr lang="en-GB" noProof="0" dirty="0"/>
              <a:t> </a:t>
            </a:r>
            <a:r>
              <a:rPr lang="en-GB" noProof="0" dirty="0" err="1"/>
              <a:t>Rapoport</a:t>
            </a:r>
            <a:r>
              <a:rPr lang="en-GB" noProof="0" dirty="0"/>
              <a:t> (mathematician, psychologist; game theory – parasitism and symbiosis)</a:t>
            </a:r>
          </a:p>
          <a:p>
            <a:pPr lvl="2"/>
            <a:r>
              <a:rPr lang="en-GB" noProof="0" dirty="0"/>
              <a:t>Ralph Waldo Gerard (neurophysiologist)</a:t>
            </a:r>
          </a:p>
          <a:p>
            <a:pPr lvl="2"/>
            <a:r>
              <a:rPr lang="en-GB" noProof="0" dirty="0"/>
              <a:t>Kenneth </a:t>
            </a:r>
            <a:r>
              <a:rPr lang="en-GB" noProof="0" dirty="0" err="1"/>
              <a:t>Eward</a:t>
            </a:r>
            <a:r>
              <a:rPr lang="en-GB" noProof="0" dirty="0"/>
              <a:t> </a:t>
            </a:r>
            <a:r>
              <a:rPr lang="en-GB" noProof="0" dirty="0" err="1"/>
              <a:t>Boulding</a:t>
            </a:r>
            <a:r>
              <a:rPr lang="en-GB" noProof="0" dirty="0"/>
              <a:t> (economist)</a:t>
            </a:r>
          </a:p>
          <a:p>
            <a:pPr lvl="1"/>
            <a:r>
              <a:rPr lang="en-GB" noProof="0" dirty="0"/>
              <a:t>1980: society renamed to International Society for the Systems Sciences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Some theoretical frameworks</a:t>
            </a:r>
            <a:r>
              <a:rPr lang="cs-CZ" noProof="0" dirty="0"/>
              <a:t> (I)</a:t>
            </a:r>
            <a:endParaRPr lang="en-GB" noProof="0" dirty="0"/>
          </a:p>
        </p:txBody>
      </p:sp>
      <p:sp>
        <p:nvSpPr>
          <p:cNvPr id="3" name="Zástupný symbol pro obsah 2"/>
          <p:cNvSpPr>
            <a:spLocks noGrp="1"/>
          </p:cNvSpPr>
          <p:nvPr>
            <p:ph sz="quarter" idx="1"/>
          </p:nvPr>
        </p:nvSpPr>
        <p:spPr/>
        <p:txBody>
          <a:bodyPr/>
          <a:lstStyle/>
          <a:p>
            <a:r>
              <a:rPr lang="en-GB" noProof="0" dirty="0"/>
              <a:t>Cybernetics</a:t>
            </a:r>
          </a:p>
          <a:p>
            <a:pPr lvl="1"/>
            <a:r>
              <a:rPr lang="en-GB" noProof="0" dirty="0"/>
              <a:t>mathematician Norbert Wiener</a:t>
            </a:r>
          </a:p>
          <a:p>
            <a:pPr lvl="1"/>
            <a:r>
              <a:rPr lang="en-GB" dirty="0"/>
              <a:t>Focus on:</a:t>
            </a:r>
          </a:p>
          <a:p>
            <a:pPr lvl="2"/>
            <a:r>
              <a:rPr lang="en-GB" dirty="0"/>
              <a:t>structure and control of systems</a:t>
            </a:r>
          </a:p>
          <a:p>
            <a:pPr lvl="2"/>
            <a:r>
              <a:rPr lang="cs-CZ" dirty="0"/>
              <a:t>i</a:t>
            </a:r>
            <a:r>
              <a:rPr lang="en-GB" noProof="0" dirty="0" err="1"/>
              <a:t>nformation</a:t>
            </a:r>
            <a:r>
              <a:rPr lang="en-GB" noProof="0" dirty="0"/>
              <a:t> transfer</a:t>
            </a:r>
          </a:p>
          <a:p>
            <a:pPr lvl="2"/>
            <a:r>
              <a:rPr lang="en-GB" dirty="0"/>
              <a:t>feedbacks</a:t>
            </a:r>
            <a:endParaRPr lang="en-GB" noProof="0" dirty="0"/>
          </a:p>
          <a:p>
            <a:pPr lvl="1"/>
            <a:r>
              <a:rPr lang="cs-CZ" dirty="0"/>
              <a:t>ISSS: „…</a:t>
            </a:r>
            <a:r>
              <a:rPr lang="en-GB" dirty="0"/>
              <a:t>a science of control and information,</a:t>
            </a:r>
            <a:r>
              <a:rPr lang="cs-CZ" dirty="0"/>
              <a:t> </a:t>
            </a:r>
            <a:r>
              <a:rPr lang="en-GB" dirty="0"/>
              <a:t>with an emphasis on the particular relationship of feedback</a:t>
            </a:r>
            <a:r>
              <a:rPr lang="cs-CZ"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en-GB" dirty="0"/>
              <a:t>Some theoretical frameworks</a:t>
            </a:r>
            <a:r>
              <a:rPr lang="cs-CZ" dirty="0"/>
              <a:t> (II)</a:t>
            </a:r>
            <a:endParaRPr lang="en-GB" dirty="0"/>
          </a:p>
        </p:txBody>
      </p:sp>
      <p:sp>
        <p:nvSpPr>
          <p:cNvPr id="3" name="Zástupný symbol pro obsah 2"/>
          <p:cNvSpPr>
            <a:spLocks noGrp="1"/>
          </p:cNvSpPr>
          <p:nvPr>
            <p:ph sz="quarter" idx="1"/>
          </p:nvPr>
        </p:nvSpPr>
        <p:spPr/>
        <p:txBody>
          <a:bodyPr/>
          <a:lstStyle/>
          <a:p>
            <a:r>
              <a:rPr lang="en-GB" noProof="0" dirty="0"/>
              <a:t>Operations Research</a:t>
            </a:r>
            <a:endParaRPr lang="cs-CZ" noProof="0" dirty="0"/>
          </a:p>
          <a:p>
            <a:pPr lvl="1"/>
            <a:r>
              <a:rPr lang="en-GB" dirty="0"/>
              <a:t>Expansion during WWII</a:t>
            </a:r>
            <a:endParaRPr lang="en-GB" noProof="0" dirty="0"/>
          </a:p>
          <a:p>
            <a:pPr lvl="1"/>
            <a:r>
              <a:rPr lang="en-GB" noProof="0" dirty="0"/>
              <a:t>Apply mathematical methods on problems from economy, logistics, military, organisational… areas</a:t>
            </a:r>
            <a:endParaRPr lang="cs-CZ" noProof="0" dirty="0"/>
          </a:p>
          <a:p>
            <a:pPr lvl="1"/>
            <a:r>
              <a:rPr lang="cs-CZ" dirty="0"/>
              <a:t>Soft </a:t>
            </a:r>
            <a:r>
              <a:rPr lang="en-GB" noProof="0" dirty="0" err="1"/>
              <a:t>vs</a:t>
            </a:r>
            <a:r>
              <a:rPr lang="en-GB" noProof="0" dirty="0"/>
              <a:t> Hard </a:t>
            </a:r>
            <a:r>
              <a:rPr lang="cs-CZ" dirty="0"/>
              <a:t>OR</a:t>
            </a:r>
            <a:endParaRPr lang="en-GB"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en-GB" noProof="0" dirty="0"/>
              <a:t>Some theoretical frameworks (III)</a:t>
            </a:r>
          </a:p>
        </p:txBody>
      </p:sp>
      <p:sp>
        <p:nvSpPr>
          <p:cNvPr id="3" name="Zástupný symbol pro obsah 2"/>
          <p:cNvSpPr>
            <a:spLocks noGrp="1"/>
          </p:cNvSpPr>
          <p:nvPr>
            <p:ph sz="quarter" idx="1"/>
          </p:nvPr>
        </p:nvSpPr>
        <p:spPr>
          <a:xfrm>
            <a:off x="611560" y="1628800"/>
            <a:ext cx="8153400" cy="4495800"/>
          </a:xfrm>
        </p:spPr>
        <p:txBody>
          <a:bodyPr/>
          <a:lstStyle/>
          <a:p>
            <a:r>
              <a:rPr lang="en-GB" dirty="0"/>
              <a:t>Systems Engineering</a:t>
            </a:r>
          </a:p>
          <a:p>
            <a:pPr lvl="1"/>
            <a:r>
              <a:rPr lang="cs-CZ" noProof="0" dirty="0"/>
              <a:t>1940s: </a:t>
            </a:r>
            <a:r>
              <a:rPr lang="en-GB" noProof="0" dirty="0"/>
              <a:t>Bell Telephone Laboratories</a:t>
            </a:r>
          </a:p>
          <a:p>
            <a:pPr lvl="1"/>
            <a:r>
              <a:rPr lang="en-GB" noProof="0" dirty="0"/>
              <a:t>Focus on design, implementation, realisation, operation of artificial systems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en-GB" dirty="0"/>
              <a:t>Some theoretical frameworks (IV)</a:t>
            </a:r>
          </a:p>
        </p:txBody>
      </p:sp>
      <p:sp>
        <p:nvSpPr>
          <p:cNvPr id="3" name="Zástupný symbol pro obsah 2"/>
          <p:cNvSpPr>
            <a:spLocks noGrp="1"/>
          </p:cNvSpPr>
          <p:nvPr>
            <p:ph sz="quarter" idx="1"/>
          </p:nvPr>
        </p:nvSpPr>
        <p:spPr/>
        <p:txBody>
          <a:bodyPr/>
          <a:lstStyle/>
          <a:p>
            <a:r>
              <a:rPr lang="en-GB" noProof="0" dirty="0"/>
              <a:t>Systems analysis</a:t>
            </a:r>
          </a:p>
          <a:p>
            <a:pPr lvl="1"/>
            <a:r>
              <a:rPr lang="en-GB" noProof="0" dirty="0"/>
              <a:t>Systemic approach to problems</a:t>
            </a:r>
          </a:p>
          <a:p>
            <a:pPr lvl="1"/>
            <a:r>
              <a:rPr lang="en-GB" noProof="0" dirty="0"/>
              <a:t>Every existing system can be improved</a:t>
            </a:r>
          </a:p>
          <a:p>
            <a:pPr lvl="1"/>
            <a:r>
              <a:rPr lang="en-GB" noProof="0" dirty="0"/>
              <a:t>Close to operations research</a:t>
            </a:r>
          </a:p>
          <a:p>
            <a:pPr lvl="1"/>
            <a:endParaRPr lang="en-GB" dirty="0"/>
          </a:p>
          <a:p>
            <a:pPr lvl="1"/>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en-GB"/>
              <a:t>Some theoretical frameworks (V)</a:t>
            </a:r>
            <a:endParaRPr lang="en-GB" dirty="0"/>
          </a:p>
        </p:txBody>
      </p:sp>
      <p:sp>
        <p:nvSpPr>
          <p:cNvPr id="3" name="Zástupný symbol pro obsah 2"/>
          <p:cNvSpPr>
            <a:spLocks noGrp="1"/>
          </p:cNvSpPr>
          <p:nvPr>
            <p:ph sz="quarter" idx="1"/>
          </p:nvPr>
        </p:nvSpPr>
        <p:spPr/>
        <p:txBody>
          <a:bodyPr/>
          <a:lstStyle/>
          <a:p>
            <a:r>
              <a:rPr lang="en-GB" dirty="0"/>
              <a:t>System dynamics</a:t>
            </a:r>
          </a:p>
          <a:p>
            <a:pPr lvl="1"/>
            <a:r>
              <a:rPr lang="en-GB" dirty="0"/>
              <a:t>J. </a:t>
            </a:r>
            <a:r>
              <a:rPr lang="cs-CZ"/>
              <a:t>W. </a:t>
            </a:r>
            <a:r>
              <a:rPr lang="en-GB" dirty="0"/>
              <a:t>Forrester</a:t>
            </a:r>
          </a:p>
          <a:p>
            <a:pPr lvl="1"/>
            <a:r>
              <a:rPr lang="en-GB" dirty="0"/>
              <a:t>Focus on behaviour of complex systems in time (commonly on socioeconomic systems) .</a:t>
            </a:r>
          </a:p>
          <a:p>
            <a:pPr lvl="1"/>
            <a:r>
              <a:rPr lang="en-GB" dirty="0"/>
              <a:t>Typical attributes of such systems (typical point of view of SD):</a:t>
            </a:r>
          </a:p>
          <a:p>
            <a:pPr lvl="2"/>
            <a:r>
              <a:rPr lang="en-GB" dirty="0"/>
              <a:t>Delays</a:t>
            </a:r>
          </a:p>
          <a:p>
            <a:pPr lvl="2"/>
            <a:r>
              <a:rPr lang="en-GB" dirty="0"/>
              <a:t>Feedbacks</a:t>
            </a:r>
          </a:p>
          <a:p>
            <a:pPr lvl="2"/>
            <a:r>
              <a:rPr lang="en-GB" dirty="0"/>
              <a:t>Nonlinearities </a:t>
            </a:r>
            <a:endParaRPr lang="en-GB" noProof="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Problem </a:t>
            </a:r>
          </a:p>
        </p:txBody>
      </p:sp>
      <p:sp>
        <p:nvSpPr>
          <p:cNvPr id="3" name="Zástupný symbol pro obsah 2"/>
          <p:cNvSpPr>
            <a:spLocks noGrp="1"/>
          </p:cNvSpPr>
          <p:nvPr>
            <p:ph sz="quarter" idx="1"/>
          </p:nvPr>
        </p:nvSpPr>
        <p:spPr>
          <a:xfrm>
            <a:off x="611560" y="1772816"/>
            <a:ext cx="8153400" cy="1324744"/>
          </a:xfrm>
        </p:spPr>
        <p:txBody>
          <a:bodyPr>
            <a:normAutofit/>
          </a:bodyPr>
          <a:lstStyle/>
          <a:p>
            <a:r>
              <a:rPr lang="en-GB" noProof="0" dirty="0"/>
              <a:t>Tr</a:t>
            </a:r>
            <a:r>
              <a:rPr lang="en-GB" baseline="0" noProof="0" dirty="0"/>
              <a:t>y to define </a:t>
            </a:r>
            <a:r>
              <a:rPr lang="en-GB" noProof="0" dirty="0"/>
              <a:t>the term: </a:t>
            </a:r>
            <a:r>
              <a:rPr lang="en-GB" dirty="0"/>
              <a:t>“</a:t>
            </a:r>
            <a:r>
              <a:rPr lang="en-GB" noProof="0" dirty="0"/>
              <a:t>problem“.</a:t>
            </a:r>
          </a:p>
          <a:p>
            <a:endParaRPr lang="en-GB" noProof="0" dirty="0"/>
          </a:p>
          <a:p>
            <a:r>
              <a:rPr lang="en-GB" noProof="0" dirty="0"/>
              <a:t>Well structured vs. Unstructured problems</a:t>
            </a:r>
          </a:p>
          <a:p>
            <a:endParaRPr lang="cs-CZ" dirty="0"/>
          </a:p>
          <a:p>
            <a:endParaRPr lang="cs-CZ" dirty="0"/>
          </a:p>
          <a:p>
            <a:endParaRPr lang="cs-CZ" dirty="0"/>
          </a:p>
          <a:p>
            <a:endParaRPr lang="cs-CZ" dirty="0"/>
          </a:p>
          <a:p>
            <a:endParaRPr lang="cs-CZ" dirty="0"/>
          </a:p>
        </p:txBody>
      </p:sp>
      <p:graphicFrame>
        <p:nvGraphicFramePr>
          <p:cNvPr id="4" name="Tabulka 3"/>
          <p:cNvGraphicFramePr>
            <a:graphicFrameLocks noGrp="1"/>
          </p:cNvGraphicFramePr>
          <p:nvPr/>
        </p:nvGraphicFramePr>
        <p:xfrm>
          <a:off x="251520" y="3501008"/>
          <a:ext cx="8568952" cy="2612112"/>
        </p:xfrm>
        <a:graphic>
          <a:graphicData uri="http://schemas.openxmlformats.org/drawingml/2006/table">
            <a:tbl>
              <a:tblPr firstRow="1" bandRow="1">
                <a:tableStyleId>{5C22544A-7EE6-4342-B048-85BDC9FD1C3A}</a:tableStyleId>
              </a:tblPr>
              <a:tblGrid>
                <a:gridCol w="2160241">
                  <a:extLst>
                    <a:ext uri="{9D8B030D-6E8A-4147-A177-3AD203B41FA5}">
                      <a16:colId xmlns:a16="http://schemas.microsoft.com/office/drawing/2014/main" val="20000"/>
                    </a:ext>
                  </a:extLst>
                </a:gridCol>
                <a:gridCol w="2124235">
                  <a:extLst>
                    <a:ext uri="{9D8B030D-6E8A-4147-A177-3AD203B41FA5}">
                      <a16:colId xmlns:a16="http://schemas.microsoft.com/office/drawing/2014/main" val="20001"/>
                    </a:ext>
                  </a:extLst>
                </a:gridCol>
                <a:gridCol w="1620181">
                  <a:extLst>
                    <a:ext uri="{9D8B030D-6E8A-4147-A177-3AD203B41FA5}">
                      <a16:colId xmlns:a16="http://schemas.microsoft.com/office/drawing/2014/main" val="20002"/>
                    </a:ext>
                  </a:extLst>
                </a:gridCol>
                <a:gridCol w="2664295">
                  <a:extLst>
                    <a:ext uri="{9D8B030D-6E8A-4147-A177-3AD203B41FA5}">
                      <a16:colId xmlns:a16="http://schemas.microsoft.com/office/drawing/2014/main" val="20003"/>
                    </a:ext>
                  </a:extLst>
                </a:gridCol>
              </a:tblGrid>
              <a:tr h="370840">
                <a:tc>
                  <a:txBody>
                    <a:bodyPr/>
                    <a:lstStyle/>
                    <a:p>
                      <a:r>
                        <a:rPr lang="en-GB" sz="2600" b="1" noProof="0" dirty="0">
                          <a:solidFill>
                            <a:schemeClr val="tx1"/>
                          </a:solidFill>
                        </a:rPr>
                        <a:t>Strategic control</a:t>
                      </a:r>
                    </a:p>
                  </a:txBody>
                  <a:tcPr anchor="ctr">
                    <a:solidFill>
                      <a:schemeClr val="accent4">
                        <a:lumMod val="75000"/>
                      </a:schemeClr>
                    </a:solidFill>
                  </a:tcPr>
                </a:tc>
                <a:tc gridSpan="3">
                  <a:txBody>
                    <a:bodyPr/>
                    <a:lstStyle/>
                    <a:p>
                      <a:pPr algn="r"/>
                      <a:r>
                        <a:rPr lang="en-GB" sz="2600" b="1" noProof="0" dirty="0">
                          <a:solidFill>
                            <a:schemeClr val="tx1"/>
                          </a:solidFill>
                        </a:rPr>
                        <a:t>Unstructured problems</a:t>
                      </a:r>
                    </a:p>
                  </a:txBody>
                  <a:tcPr anchor="ctr">
                    <a:solidFill>
                      <a:schemeClr val="accent4">
                        <a:lumMod val="60000"/>
                        <a:lumOff val="40000"/>
                      </a:schemeClr>
                    </a:solidFill>
                  </a:tcPr>
                </a:tc>
                <a:tc hMerge="1">
                  <a:txBody>
                    <a:bodyPr/>
                    <a:lstStyle/>
                    <a:p>
                      <a:endParaRPr lang="cs-CZ"/>
                    </a:p>
                  </a:txBody>
                  <a:tcPr/>
                </a:tc>
                <a:tc hMerge="1">
                  <a:txBody>
                    <a:bodyPr/>
                    <a:lstStyle/>
                    <a:p>
                      <a:endParaRPr lang="cs-CZ"/>
                    </a:p>
                  </a:txBody>
                  <a:tcPr/>
                </a:tc>
                <a:extLst>
                  <a:ext uri="{0D108BD9-81ED-4DB2-BD59-A6C34878D82A}">
                    <a16:rowId xmlns:a16="http://schemas.microsoft.com/office/drawing/2014/main" val="10000"/>
                  </a:ext>
                </a:extLst>
              </a:tr>
              <a:tr h="844272">
                <a:tc gridSpan="2">
                  <a:txBody>
                    <a:bodyPr/>
                    <a:lstStyle/>
                    <a:p>
                      <a:r>
                        <a:rPr lang="en-GB" sz="2600" b="1" noProof="0" dirty="0">
                          <a:solidFill>
                            <a:schemeClr val="tx1"/>
                          </a:solidFill>
                        </a:rPr>
                        <a:t>Managerial control</a:t>
                      </a:r>
                      <a:endParaRPr lang="cs-CZ" sz="2600" b="1" noProof="0" dirty="0">
                        <a:solidFill>
                          <a:schemeClr val="tx1"/>
                        </a:solidFill>
                      </a:endParaRPr>
                    </a:p>
                  </a:txBody>
                  <a:tcPr anchor="ctr">
                    <a:solidFill>
                      <a:schemeClr val="accent1">
                        <a:lumMod val="75000"/>
                      </a:schemeClr>
                    </a:solidFill>
                  </a:tcPr>
                </a:tc>
                <a:tc hMerge="1">
                  <a:txBody>
                    <a:bodyPr/>
                    <a:lstStyle/>
                    <a:p>
                      <a:endParaRPr lang="cs-CZ" dirty="0"/>
                    </a:p>
                  </a:txBody>
                  <a:tcPr/>
                </a:tc>
                <a:tc gridSpan="2">
                  <a:txBody>
                    <a:bodyPr/>
                    <a:lstStyle/>
                    <a:p>
                      <a:pPr algn="r"/>
                      <a:r>
                        <a:rPr lang="en-GB" sz="2600" b="1" noProof="0" dirty="0">
                          <a:solidFill>
                            <a:schemeClr val="tx1"/>
                          </a:solidFill>
                        </a:rPr>
                        <a:t>Semi</a:t>
                      </a:r>
                      <a:r>
                        <a:rPr lang="en-GB" sz="2600" b="1" baseline="0" noProof="0" dirty="0">
                          <a:solidFill>
                            <a:schemeClr val="tx1"/>
                          </a:solidFill>
                        </a:rPr>
                        <a:t> structured problems</a:t>
                      </a:r>
                      <a:endParaRPr lang="en-GB" sz="2600" b="1" noProof="0" dirty="0">
                        <a:solidFill>
                          <a:schemeClr val="tx1"/>
                        </a:solidFill>
                      </a:endParaRPr>
                    </a:p>
                  </a:txBody>
                  <a:tcPr anchor="ctr">
                    <a:solidFill>
                      <a:schemeClr val="accent1">
                        <a:lumMod val="60000"/>
                        <a:lumOff val="40000"/>
                      </a:schemeClr>
                    </a:solidFill>
                  </a:tcPr>
                </a:tc>
                <a:tc hMerge="1">
                  <a:txBody>
                    <a:bodyPr/>
                    <a:lstStyle/>
                    <a:p>
                      <a:endParaRPr lang="cs-CZ" dirty="0"/>
                    </a:p>
                  </a:txBody>
                  <a:tcPr/>
                </a:tc>
                <a:extLst>
                  <a:ext uri="{0D108BD9-81ED-4DB2-BD59-A6C34878D82A}">
                    <a16:rowId xmlns:a16="http://schemas.microsoft.com/office/drawing/2014/main" val="10001"/>
                  </a:ext>
                </a:extLst>
              </a:tr>
              <a:tr h="370840">
                <a:tc gridSpan="3">
                  <a:txBody>
                    <a:bodyPr/>
                    <a:lstStyle/>
                    <a:p>
                      <a:r>
                        <a:rPr lang="en-GB" sz="2600" b="1" noProof="0" dirty="0">
                          <a:solidFill>
                            <a:schemeClr val="tx1"/>
                          </a:solidFill>
                        </a:rPr>
                        <a:t>Operational Control</a:t>
                      </a:r>
                    </a:p>
                  </a:txBody>
                  <a:tcPr anchor="ctr">
                    <a:solidFill>
                      <a:schemeClr val="accent5">
                        <a:lumMod val="75000"/>
                      </a:schemeClr>
                    </a:solidFill>
                  </a:tcPr>
                </a:tc>
                <a:tc hMerge="1">
                  <a:txBody>
                    <a:bodyPr/>
                    <a:lstStyle/>
                    <a:p>
                      <a:endParaRPr lang="cs-CZ"/>
                    </a:p>
                  </a:txBody>
                  <a:tcPr/>
                </a:tc>
                <a:tc hMerge="1">
                  <a:txBody>
                    <a:bodyPr/>
                    <a:lstStyle/>
                    <a:p>
                      <a:endParaRPr lang="cs-CZ" dirty="0"/>
                    </a:p>
                  </a:txBody>
                  <a:tcPr/>
                </a:tc>
                <a:tc>
                  <a:txBody>
                    <a:bodyPr/>
                    <a:lstStyle/>
                    <a:p>
                      <a:pPr algn="r"/>
                      <a:r>
                        <a:rPr lang="en-GB" sz="2600" b="1" noProof="0" dirty="0">
                          <a:solidFill>
                            <a:schemeClr val="tx1"/>
                          </a:solidFill>
                        </a:rPr>
                        <a:t>Well structured problems</a:t>
                      </a:r>
                    </a:p>
                  </a:txBody>
                  <a:tcPr anchor="ctr">
                    <a:solidFill>
                      <a:schemeClr val="accent6">
                        <a:lumMod val="60000"/>
                        <a:lumOff val="4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Operations Research</a:t>
            </a:r>
          </a:p>
        </p:txBody>
      </p:sp>
      <p:sp>
        <p:nvSpPr>
          <p:cNvPr id="3" name="Zástupný symbol pro obsah 2"/>
          <p:cNvSpPr>
            <a:spLocks noGrp="1"/>
          </p:cNvSpPr>
          <p:nvPr>
            <p:ph sz="quarter" idx="1"/>
          </p:nvPr>
        </p:nvSpPr>
        <p:spPr/>
        <p:txBody>
          <a:bodyPr/>
          <a:lstStyle/>
          <a:p>
            <a:r>
              <a:rPr lang="en-GB" noProof="0" dirty="0"/>
              <a:t>Hard vs. Soft Operations Research</a:t>
            </a:r>
            <a:endParaRPr lang="cs-CZ" noProof="0" dirty="0"/>
          </a:p>
          <a:p>
            <a:endParaRPr lang="cs-CZ" dirty="0"/>
          </a:p>
          <a:p>
            <a:r>
              <a:rPr lang="en-GB" noProof="0" dirty="0"/>
              <a:t>What is the Soft OR?</a:t>
            </a:r>
            <a:endParaRPr lang="cs-CZ" noProof="0" dirty="0"/>
          </a:p>
          <a:p>
            <a:endParaRPr lang="cs-CZ" dirty="0"/>
          </a:p>
          <a:p>
            <a:pPr lvl="1"/>
            <a:r>
              <a:rPr lang="en-GB" noProof="0" dirty="0"/>
              <a:t>Starting</a:t>
            </a:r>
            <a:r>
              <a:rPr lang="en-GB" dirty="0"/>
              <a:t> point – you can optimise only easy vague problems (strictly said).</a:t>
            </a:r>
            <a:endParaRPr lang="cs-CZ" dirty="0"/>
          </a:p>
          <a:p>
            <a:pPr lvl="1"/>
            <a:endParaRPr lang="en-GB" noProof="0" dirty="0"/>
          </a:p>
          <a:p>
            <a:endParaRPr lang="en-GB"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GB" noProof="0" dirty="0"/>
              <a:t>Soft OR</a:t>
            </a:r>
          </a:p>
        </p:txBody>
      </p:sp>
      <p:sp>
        <p:nvSpPr>
          <p:cNvPr id="3" name="Zástupný symbol pro obsah 2"/>
          <p:cNvSpPr>
            <a:spLocks noGrp="1"/>
          </p:cNvSpPr>
          <p:nvPr>
            <p:ph sz="quarter" idx="1"/>
          </p:nvPr>
        </p:nvSpPr>
        <p:spPr/>
        <p:txBody>
          <a:bodyPr/>
          <a:lstStyle/>
          <a:p>
            <a:r>
              <a:rPr lang="en-GB" noProof="0" dirty="0"/>
              <a:t>Usually try to capture the group's perception of the problem.</a:t>
            </a:r>
          </a:p>
          <a:p>
            <a:endParaRPr lang="en-GB" noProof="0" dirty="0"/>
          </a:p>
          <a:p>
            <a:r>
              <a:rPr lang="en-GB" noProof="0" dirty="0"/>
              <a:t>Do not try to get objective definition of the problem, focus on many subjective definitions.</a:t>
            </a:r>
          </a:p>
          <a:p>
            <a:endParaRPr lang="en-GB" noProof="0" dirty="0"/>
          </a:p>
          <a:p>
            <a:r>
              <a:rPr lang="en-GB" noProof="0" dirty="0"/>
              <a:t>Uses verbal and graphical models of the system.</a:t>
            </a:r>
          </a:p>
          <a:p>
            <a:endParaRPr lang="cs-CZ"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539552" y="0"/>
            <a:ext cx="8153400" cy="990600"/>
          </a:xfrm>
        </p:spPr>
        <p:txBody>
          <a:bodyPr/>
          <a:lstStyle/>
          <a:p>
            <a:pPr algn="ctr"/>
            <a:r>
              <a:rPr lang="cs-CZ" dirty="0"/>
              <a:t>SOFT OR vs. HARD OR</a:t>
            </a:r>
          </a:p>
        </p:txBody>
      </p:sp>
      <p:sp>
        <p:nvSpPr>
          <p:cNvPr id="4" name="Zástupný symbol pro obsah 3"/>
          <p:cNvSpPr>
            <a:spLocks noGrp="1"/>
          </p:cNvSpPr>
          <p:nvPr>
            <p:ph sz="quarter" idx="1"/>
          </p:nvPr>
        </p:nvSpPr>
        <p:spPr/>
        <p:txBody>
          <a:bodyPr/>
          <a:lstStyle/>
          <a:p>
            <a:endParaRPr lang="cs-CZ"/>
          </a:p>
        </p:txBody>
      </p:sp>
      <p:graphicFrame>
        <p:nvGraphicFramePr>
          <p:cNvPr id="5" name="Zástupný symbol pro obsah 3"/>
          <p:cNvGraphicFramePr>
            <a:graphicFrameLocks/>
          </p:cNvGraphicFramePr>
          <p:nvPr/>
        </p:nvGraphicFramePr>
        <p:xfrm>
          <a:off x="0" y="980728"/>
          <a:ext cx="9144000" cy="4972349"/>
        </p:xfrm>
        <a:graphic>
          <a:graphicData uri="http://schemas.openxmlformats.org/drawingml/2006/table">
            <a:tbl>
              <a:tblPr firstRow="1" bandRow="1">
                <a:tableStyleId>{073A0DAA-6AF3-43AB-8588-CEC1D06C72B9}</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61016">
                <a:tc>
                  <a:txBody>
                    <a:bodyPr/>
                    <a:lstStyle/>
                    <a:p>
                      <a:pPr algn="ctr"/>
                      <a:r>
                        <a:rPr lang="en-GB" noProof="0" dirty="0"/>
                        <a:t>Hard systems thinking</a:t>
                      </a:r>
                    </a:p>
                  </a:txBody>
                  <a:tcPr anchor="ctr"/>
                </a:tc>
                <a:tc>
                  <a:txBody>
                    <a:bodyPr/>
                    <a:lstStyle/>
                    <a:p>
                      <a:pPr algn="ctr"/>
                      <a:r>
                        <a:rPr lang="en-GB" noProof="0"/>
                        <a:t>Softsystems thinking</a:t>
                      </a:r>
                    </a:p>
                  </a:txBody>
                  <a:tcPr anchor="ctr"/>
                </a:tc>
                <a:extLst>
                  <a:ext uri="{0D108BD9-81ED-4DB2-BD59-A6C34878D82A}">
                    <a16:rowId xmlns:a16="http://schemas.microsoft.com/office/drawing/2014/main" val="10000"/>
                  </a:ext>
                </a:extLst>
              </a:tr>
              <a:tr h="390284">
                <a:tc>
                  <a:txBody>
                    <a:bodyPr/>
                    <a:lstStyle/>
                    <a:p>
                      <a:r>
                        <a:rPr lang="en-GB" noProof="0"/>
                        <a:t>Oriented to goal seeking.</a:t>
                      </a:r>
                    </a:p>
                  </a:txBody>
                  <a:tcPr/>
                </a:tc>
                <a:tc>
                  <a:txBody>
                    <a:bodyPr/>
                    <a:lstStyle/>
                    <a:p>
                      <a:r>
                        <a:rPr lang="en-GB" noProof="0"/>
                        <a:t>Oriented to learning.</a:t>
                      </a:r>
                    </a:p>
                  </a:txBody>
                  <a:tcPr/>
                </a:tc>
                <a:extLst>
                  <a:ext uri="{0D108BD9-81ED-4DB2-BD59-A6C34878D82A}">
                    <a16:rowId xmlns:a16="http://schemas.microsoft.com/office/drawing/2014/main" val="10001"/>
                  </a:ext>
                </a:extLst>
              </a:tr>
              <a:tr h="801477">
                <a:tc>
                  <a:txBody>
                    <a:bodyPr/>
                    <a:lstStyle/>
                    <a:p>
                      <a:r>
                        <a:rPr lang="en-GB" noProof="0"/>
                        <a:t>Assumes the world contains systems that can be engineered.</a:t>
                      </a:r>
                    </a:p>
                  </a:txBody>
                  <a:tcPr/>
                </a:tc>
                <a:tc>
                  <a:txBody>
                    <a:bodyPr/>
                    <a:lstStyle/>
                    <a:p>
                      <a:r>
                        <a:rPr lang="en-GB" noProof="0" dirty="0"/>
                        <a:t>Assumes the world is problematic but can be explored using </a:t>
                      </a:r>
                      <a:r>
                        <a:rPr lang="en-GB" noProof="0" dirty="0" err="1"/>
                        <a:t>syst</a:t>
                      </a:r>
                      <a:r>
                        <a:rPr lang="cs-CZ" noProof="0" dirty="0"/>
                        <a:t>e</a:t>
                      </a:r>
                      <a:r>
                        <a:rPr lang="en-GB" noProof="0" dirty="0"/>
                        <a:t>m models.</a:t>
                      </a:r>
                    </a:p>
                  </a:txBody>
                  <a:tcPr/>
                </a:tc>
                <a:extLst>
                  <a:ext uri="{0D108BD9-81ED-4DB2-BD59-A6C34878D82A}">
                    <a16:rowId xmlns:a16="http://schemas.microsoft.com/office/drawing/2014/main" val="10002"/>
                  </a:ext>
                </a:extLst>
              </a:tr>
              <a:tr h="975710">
                <a:tc>
                  <a:txBody>
                    <a:bodyPr/>
                    <a:lstStyle/>
                    <a:p>
                      <a:r>
                        <a:rPr lang="en-GB" noProof="0" dirty="0"/>
                        <a:t>Assumes system models are models of the world (ontology-based).</a:t>
                      </a:r>
                    </a:p>
                  </a:txBody>
                  <a:tcPr/>
                </a:tc>
                <a:tc>
                  <a:txBody>
                    <a:bodyPr/>
                    <a:lstStyle/>
                    <a:p>
                      <a:r>
                        <a:rPr lang="en-GB" noProof="0" dirty="0"/>
                        <a:t>Assumes system models are intellectual constructs (epistemology-based).</a:t>
                      </a:r>
                    </a:p>
                  </a:txBody>
                  <a:tcPr/>
                </a:tc>
                <a:extLst>
                  <a:ext uri="{0D108BD9-81ED-4DB2-BD59-A6C34878D82A}">
                    <a16:rowId xmlns:a16="http://schemas.microsoft.com/office/drawing/2014/main" val="10003"/>
                  </a:ext>
                </a:extLst>
              </a:tr>
              <a:tr h="392442">
                <a:tc>
                  <a:txBody>
                    <a:bodyPr/>
                    <a:lstStyle/>
                    <a:p>
                      <a:r>
                        <a:rPr lang="en-GB" noProof="0" dirty="0"/>
                        <a:t>Speaks of “problems“ and “solutions“.</a:t>
                      </a:r>
                    </a:p>
                  </a:txBody>
                  <a:tcPr/>
                </a:tc>
                <a:tc>
                  <a:txBody>
                    <a:bodyPr/>
                    <a:lstStyle/>
                    <a:p>
                      <a:r>
                        <a:rPr lang="en-GB" noProof="0" dirty="0"/>
                        <a:t>Speaks of “issues“ and “accommodations“.</a:t>
                      </a:r>
                    </a:p>
                  </a:txBody>
                  <a:tcPr/>
                </a:tc>
                <a:extLst>
                  <a:ext uri="{0D108BD9-81ED-4DB2-BD59-A6C34878D82A}">
                    <a16:rowId xmlns:a16="http://schemas.microsoft.com/office/drawing/2014/main" val="10004"/>
                  </a:ext>
                </a:extLst>
              </a:tr>
              <a:tr h="975710">
                <a:tc>
                  <a:txBody>
                    <a:bodyPr/>
                    <a:lstStyle/>
                    <a:p>
                      <a:r>
                        <a:rPr lang="en-GB" b="1" noProof="0"/>
                        <a:t>Advantage: </a:t>
                      </a:r>
                      <a:r>
                        <a:rPr lang="en-GB" b="0" noProof="0"/>
                        <a:t>Allows the use of powerful techniques.</a:t>
                      </a:r>
                    </a:p>
                  </a:txBody>
                  <a:tcPr/>
                </a:tc>
                <a:tc>
                  <a:txBody>
                    <a:bodyPr/>
                    <a:lstStyle/>
                    <a:p>
                      <a:r>
                        <a:rPr lang="en-GB" b="1" noProof="0" dirty="0"/>
                        <a:t>Advantage:</a:t>
                      </a:r>
                      <a:r>
                        <a:rPr lang="en-GB" noProof="0" dirty="0"/>
                        <a:t> Available to both problem owners and professional practitioners. Keeps in touch with the human content of problem situations.</a:t>
                      </a:r>
                    </a:p>
                  </a:txBody>
                  <a:tcPr/>
                </a:tc>
                <a:extLst>
                  <a:ext uri="{0D108BD9-81ED-4DB2-BD59-A6C34878D82A}">
                    <a16:rowId xmlns:a16="http://schemas.microsoft.com/office/drawing/2014/main" val="10005"/>
                  </a:ext>
                </a:extLst>
              </a:tr>
              <a:tr h="975710">
                <a:tc>
                  <a:txBody>
                    <a:bodyPr/>
                    <a:lstStyle/>
                    <a:p>
                      <a:r>
                        <a:rPr lang="en-GB" b="1" noProof="0" dirty="0"/>
                        <a:t>Disadvantage: </a:t>
                      </a:r>
                      <a:r>
                        <a:rPr lang="en-GB" b="0" noProof="0" dirty="0"/>
                        <a:t>May need professional practitioners. May lose touch with aspects beyond the logic of the problem situation.</a:t>
                      </a:r>
                    </a:p>
                  </a:txBody>
                  <a:tcPr/>
                </a:tc>
                <a:tc>
                  <a:txBody>
                    <a:bodyPr/>
                    <a:lstStyle/>
                    <a:p>
                      <a:r>
                        <a:rPr lang="en-GB" b="1" noProof="0" dirty="0"/>
                        <a:t>Disadvantage: </a:t>
                      </a:r>
                      <a:r>
                        <a:rPr lang="en-GB" noProof="0" dirty="0"/>
                        <a:t>Does not produce final answers. Accepts</a:t>
                      </a:r>
                      <a:r>
                        <a:rPr lang="en-GB" baseline="0" noProof="0" dirty="0"/>
                        <a:t> that inquiry is never-ending.</a:t>
                      </a:r>
                      <a:endParaRPr lang="en-GB" noProof="0" dirty="0"/>
                    </a:p>
                  </a:txBody>
                  <a:tcPr/>
                </a:tc>
                <a:extLst>
                  <a:ext uri="{0D108BD9-81ED-4DB2-BD59-A6C34878D82A}">
                    <a16:rowId xmlns:a16="http://schemas.microsoft.com/office/drawing/2014/main" val="10006"/>
                  </a:ext>
                </a:extLst>
              </a:tr>
            </a:tbl>
          </a:graphicData>
        </a:graphic>
      </p:graphicFrame>
      <p:sp>
        <p:nvSpPr>
          <p:cNvPr id="6" name="TextovéPole 5"/>
          <p:cNvSpPr txBox="1"/>
          <p:nvPr/>
        </p:nvSpPr>
        <p:spPr>
          <a:xfrm>
            <a:off x="0" y="6309320"/>
            <a:ext cx="9144000" cy="369332"/>
          </a:xfrm>
          <a:prstGeom prst="rect">
            <a:avLst/>
          </a:prstGeom>
          <a:noFill/>
        </p:spPr>
        <p:txBody>
          <a:bodyPr wrap="square" rtlCol="0">
            <a:spAutoFit/>
          </a:bodyPr>
          <a:lstStyle/>
          <a:p>
            <a:pPr algn="r"/>
            <a:r>
              <a:rPr lang="cs-CZ" dirty="0"/>
              <a:t>P. </a:t>
            </a:r>
            <a:r>
              <a:rPr lang="cs-CZ" dirty="0" err="1"/>
              <a:t>Checkland</a:t>
            </a:r>
            <a:r>
              <a:rPr lang="cs-CZ" dirty="0"/>
              <a:t>, 1985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Soft Systems </a:t>
            </a:r>
            <a:r>
              <a:rPr lang="cs-CZ" dirty="0" err="1"/>
              <a:t>Methology</a:t>
            </a:r>
            <a:endParaRPr lang="cs-CZ" dirty="0"/>
          </a:p>
        </p:txBody>
      </p:sp>
      <p:sp>
        <p:nvSpPr>
          <p:cNvPr id="3" name="Zástupný symbol pro obsah 2"/>
          <p:cNvSpPr>
            <a:spLocks noGrp="1"/>
          </p:cNvSpPr>
          <p:nvPr>
            <p:ph sz="quarter" idx="1"/>
          </p:nvPr>
        </p:nvSpPr>
        <p:spPr/>
        <p:txBody>
          <a:bodyPr/>
          <a:lstStyle/>
          <a:p>
            <a:endParaRPr lang="cs-CZ" dirty="0"/>
          </a:p>
          <a:p>
            <a:r>
              <a:rPr lang="cs-CZ" dirty="0" err="1"/>
              <a:t>Author</a:t>
            </a:r>
            <a:r>
              <a:rPr lang="cs-CZ" dirty="0"/>
              <a:t> P. </a:t>
            </a:r>
            <a:r>
              <a:rPr lang="cs-CZ" dirty="0" err="1"/>
              <a:t>Checkland</a:t>
            </a:r>
            <a:endParaRPr lang="cs-CZ" dirty="0"/>
          </a:p>
          <a:p>
            <a:endParaRPr lang="cs-CZ" dirty="0"/>
          </a:p>
          <a:p>
            <a:r>
              <a:rPr lang="cs-CZ" dirty="0" err="1"/>
              <a:t>Belongs</a:t>
            </a:r>
            <a:r>
              <a:rPr lang="cs-CZ" dirty="0"/>
              <a:t> to soft OR</a:t>
            </a:r>
          </a:p>
          <a:p>
            <a:pPr lvl="1"/>
            <a:r>
              <a:rPr lang="cs-CZ" dirty="0" err="1"/>
              <a:t>Another</a:t>
            </a:r>
            <a:r>
              <a:rPr lang="cs-CZ" dirty="0"/>
              <a:t> </a:t>
            </a:r>
            <a:r>
              <a:rPr lang="cs-CZ" dirty="0" err="1"/>
              <a:t>examples</a:t>
            </a:r>
            <a:r>
              <a:rPr lang="cs-CZ" dirty="0"/>
              <a:t> </a:t>
            </a:r>
            <a:r>
              <a:rPr lang="cs-CZ" dirty="0" err="1"/>
              <a:t>e.g</a:t>
            </a:r>
            <a:r>
              <a:rPr lang="cs-CZ" dirty="0"/>
              <a:t>. </a:t>
            </a:r>
            <a:r>
              <a:rPr lang="cs-CZ" dirty="0" err="1"/>
              <a:t>Strategic</a:t>
            </a:r>
            <a:r>
              <a:rPr lang="cs-CZ" dirty="0"/>
              <a:t> </a:t>
            </a:r>
            <a:r>
              <a:rPr lang="cs-CZ" dirty="0" err="1"/>
              <a:t>Choice</a:t>
            </a:r>
            <a:r>
              <a:rPr lang="cs-CZ" dirty="0"/>
              <a:t> </a:t>
            </a:r>
            <a:r>
              <a:rPr lang="cs-CZ" dirty="0" err="1"/>
              <a:t>or</a:t>
            </a:r>
            <a:r>
              <a:rPr lang="cs-CZ" dirty="0"/>
              <a:t> </a:t>
            </a:r>
            <a:r>
              <a:rPr lang="en-US" dirty="0"/>
              <a:t>Strategic Options Development </a:t>
            </a:r>
            <a:r>
              <a:rPr lang="cs-CZ" dirty="0"/>
              <a:t>a</a:t>
            </a:r>
            <a:r>
              <a:rPr lang="en-US" dirty="0" err="1"/>
              <a:t>nd</a:t>
            </a:r>
            <a:r>
              <a:rPr lang="en-US" dirty="0"/>
              <a:t> Analysis</a:t>
            </a:r>
            <a:endParaRPr lang="cs-CZ" dirty="0"/>
          </a:p>
          <a:p>
            <a:pPr lvl="1"/>
            <a:endParaRPr lang="cs-CZ" dirty="0"/>
          </a:p>
          <a:p>
            <a:endParaRPr lang="cs-CZ" dirty="0"/>
          </a:p>
        </p:txBody>
      </p:sp>
    </p:spTree>
    <p:extLst>
      <p:ext uri="{BB962C8B-B14F-4D97-AF65-F5344CB8AC3E}">
        <p14:creationId xmlns:p14="http://schemas.microsoft.com/office/powerpoint/2010/main" val="3064065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fontScale="90000"/>
          </a:bodyPr>
          <a:lstStyle/>
          <a:p>
            <a:r>
              <a:rPr lang="en-GB" b="1" noProof="0" dirty="0"/>
              <a:t>Example of Soft OR: </a:t>
            </a:r>
            <a:br>
              <a:rPr lang="en-GB" b="1" noProof="0" dirty="0"/>
            </a:br>
            <a:r>
              <a:rPr lang="en-GB" b="1" noProof="0" dirty="0"/>
              <a:t>Soft Systems Methodology</a:t>
            </a:r>
            <a:r>
              <a:rPr lang="cs-CZ" b="1" dirty="0"/>
              <a:t> </a:t>
            </a:r>
            <a:endParaRPr lang="cs-CZ" dirty="0"/>
          </a:p>
        </p:txBody>
      </p:sp>
      <p:sp>
        <p:nvSpPr>
          <p:cNvPr id="3" name="Zástupný symbol pro obsah 2"/>
          <p:cNvSpPr>
            <a:spLocks noGrp="1"/>
          </p:cNvSpPr>
          <p:nvPr>
            <p:ph sz="quarter" idx="1"/>
          </p:nvPr>
        </p:nvSpPr>
        <p:spPr>
          <a:xfrm>
            <a:off x="612648" y="1600200"/>
            <a:ext cx="8153400" cy="4781128"/>
          </a:xfrm>
        </p:spPr>
        <p:txBody>
          <a:bodyPr/>
          <a:lstStyle/>
          <a:p>
            <a:r>
              <a:rPr lang="en-GB" dirty="0"/>
              <a:t>1960s</a:t>
            </a:r>
            <a:r>
              <a:rPr lang="cs-CZ" dirty="0"/>
              <a:t> P</a:t>
            </a:r>
            <a:r>
              <a:rPr lang="en-GB" noProof="0" dirty="0"/>
              <a:t>. </a:t>
            </a:r>
            <a:r>
              <a:rPr lang="en-GB" noProof="0" dirty="0" err="1"/>
              <a:t>Checkland</a:t>
            </a:r>
            <a:endParaRPr lang="en-GB" noProof="0" dirty="0"/>
          </a:p>
          <a:p>
            <a:r>
              <a:rPr lang="en-GB" noProof="0" dirty="0"/>
              <a:t>Seven stage model</a:t>
            </a:r>
          </a:p>
          <a:p>
            <a:endParaRPr lang="cs-CZ" dirty="0"/>
          </a:p>
        </p:txBody>
      </p:sp>
      <p:graphicFrame>
        <p:nvGraphicFramePr>
          <p:cNvPr id="4" name="Diagram 3"/>
          <p:cNvGraphicFramePr/>
          <p:nvPr/>
        </p:nvGraphicFramePr>
        <p:xfrm>
          <a:off x="0" y="2794000"/>
          <a:ext cx="889248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Přímá spojovací čára 5"/>
          <p:cNvCxnSpPr/>
          <p:nvPr/>
        </p:nvCxnSpPr>
        <p:spPr>
          <a:xfrm>
            <a:off x="0" y="5445224"/>
            <a:ext cx="9144000" cy="0"/>
          </a:xfrm>
          <a:prstGeom prst="line">
            <a:avLst/>
          </a:prstGeom>
        </p:spPr>
        <p:style>
          <a:lnRef idx="3">
            <a:schemeClr val="accent1"/>
          </a:lnRef>
          <a:fillRef idx="0">
            <a:schemeClr val="accent1"/>
          </a:fillRef>
          <a:effectRef idx="2">
            <a:schemeClr val="accent1"/>
          </a:effectRef>
          <a:fontRef idx="minor">
            <a:schemeClr val="tx1"/>
          </a:fontRef>
        </p:style>
      </p:cxnSp>
      <p:sp>
        <p:nvSpPr>
          <p:cNvPr id="8" name="TextovéPole 7"/>
          <p:cNvSpPr txBox="1"/>
          <p:nvPr/>
        </p:nvSpPr>
        <p:spPr>
          <a:xfrm>
            <a:off x="7596336" y="4653136"/>
            <a:ext cx="1547664" cy="307777"/>
          </a:xfrm>
          <a:prstGeom prst="rect">
            <a:avLst/>
          </a:prstGeom>
          <a:noFill/>
        </p:spPr>
        <p:txBody>
          <a:bodyPr wrap="square" rtlCol="0">
            <a:spAutoFit/>
          </a:bodyPr>
          <a:lstStyle/>
          <a:p>
            <a:pPr algn="r"/>
            <a:r>
              <a:rPr lang="en-GB" sz="1400" dirty="0"/>
              <a:t>Real world</a:t>
            </a:r>
          </a:p>
        </p:txBody>
      </p:sp>
      <p:sp>
        <p:nvSpPr>
          <p:cNvPr id="9" name="TextovéPole 8"/>
          <p:cNvSpPr txBox="1"/>
          <p:nvPr/>
        </p:nvSpPr>
        <p:spPr>
          <a:xfrm>
            <a:off x="7596336" y="5589240"/>
            <a:ext cx="1547664" cy="523220"/>
          </a:xfrm>
          <a:prstGeom prst="rect">
            <a:avLst/>
          </a:prstGeom>
          <a:noFill/>
        </p:spPr>
        <p:txBody>
          <a:bodyPr wrap="square" rtlCol="0">
            <a:spAutoFit/>
          </a:bodyPr>
          <a:lstStyle/>
          <a:p>
            <a:pPr algn="r"/>
            <a:r>
              <a:rPr lang="en-GB" sz="1400" dirty="0"/>
              <a:t>Systems thinking about real world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SSM - </a:t>
            </a:r>
            <a:r>
              <a:rPr lang="en-GB" dirty="0"/>
              <a:t>Stages 1 and 2</a:t>
            </a:r>
            <a:endParaRPr lang="cs-CZ" dirty="0"/>
          </a:p>
        </p:txBody>
      </p:sp>
      <p:sp>
        <p:nvSpPr>
          <p:cNvPr id="3" name="Zástupný symbol pro obsah 2"/>
          <p:cNvSpPr>
            <a:spLocks noGrp="1"/>
          </p:cNvSpPr>
          <p:nvPr>
            <p:ph sz="quarter" idx="1"/>
          </p:nvPr>
        </p:nvSpPr>
        <p:spPr/>
        <p:txBody>
          <a:bodyPr/>
          <a:lstStyle/>
          <a:p>
            <a:r>
              <a:rPr lang="en-GB" noProof="0" dirty="0"/>
              <a:t>Finding out</a:t>
            </a:r>
            <a:endParaRPr lang="cs-CZ" noProof="0" dirty="0"/>
          </a:p>
          <a:p>
            <a:endParaRPr lang="en-GB" noProof="0" dirty="0"/>
          </a:p>
          <a:p>
            <a:r>
              <a:rPr lang="en-GB" noProof="0" dirty="0"/>
              <a:t>Enter the problem situation</a:t>
            </a:r>
            <a:endParaRPr lang="cs-CZ" noProof="0" dirty="0"/>
          </a:p>
          <a:p>
            <a:pPr lvl="1"/>
            <a:r>
              <a:rPr lang="cs-CZ" dirty="0" err="1"/>
              <a:t>Identify</a:t>
            </a:r>
            <a:r>
              <a:rPr lang="cs-CZ" dirty="0"/>
              <a:t> peple, </a:t>
            </a:r>
            <a:r>
              <a:rPr lang="cs-CZ" dirty="0" err="1"/>
              <a:t>culture</a:t>
            </a:r>
            <a:r>
              <a:rPr lang="cs-CZ" dirty="0"/>
              <a:t>, </a:t>
            </a:r>
            <a:r>
              <a:rPr lang="cs-CZ" dirty="0" err="1"/>
              <a:t>politics</a:t>
            </a:r>
            <a:endParaRPr lang="en-GB" noProof="0" dirty="0"/>
          </a:p>
          <a:p>
            <a:pPr lvl="1"/>
            <a:endParaRPr lang="cs-CZ"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SSM - </a:t>
            </a:r>
            <a:r>
              <a:rPr lang="en-GB" dirty="0"/>
              <a:t>Stages 1 and 2</a:t>
            </a:r>
            <a:endParaRPr lang="cs-CZ" dirty="0"/>
          </a:p>
        </p:txBody>
      </p:sp>
      <p:sp>
        <p:nvSpPr>
          <p:cNvPr id="3" name="Zástupný symbol pro obsah 2"/>
          <p:cNvSpPr>
            <a:spLocks noGrp="1"/>
          </p:cNvSpPr>
          <p:nvPr>
            <p:ph sz="quarter" idx="1"/>
          </p:nvPr>
        </p:nvSpPr>
        <p:spPr/>
        <p:txBody>
          <a:bodyPr>
            <a:normAutofit/>
          </a:bodyPr>
          <a:lstStyle/>
          <a:p>
            <a:r>
              <a:rPr lang="en-GB" noProof="0" dirty="0"/>
              <a:t>Rich picture</a:t>
            </a:r>
            <a:endParaRPr lang="cs-CZ" noProof="0" dirty="0"/>
          </a:p>
          <a:p>
            <a:pPr lvl="1"/>
            <a:r>
              <a:rPr lang="cs-CZ" noProof="0" dirty="0" err="1"/>
              <a:t>Graphical</a:t>
            </a:r>
            <a:r>
              <a:rPr lang="cs-CZ" noProof="0" dirty="0"/>
              <a:t> </a:t>
            </a:r>
            <a:r>
              <a:rPr lang="cs-CZ" noProof="0" dirty="0" err="1"/>
              <a:t>reperesentation</a:t>
            </a:r>
            <a:r>
              <a:rPr lang="cs-CZ" noProof="0" dirty="0"/>
              <a:t> </a:t>
            </a:r>
            <a:r>
              <a:rPr lang="cs-CZ" noProof="0" dirty="0" err="1"/>
              <a:t>that</a:t>
            </a:r>
            <a:r>
              <a:rPr lang="cs-CZ" noProof="0" dirty="0"/>
              <a:t> </a:t>
            </a:r>
            <a:r>
              <a:rPr lang="cs-CZ" noProof="0" dirty="0" err="1"/>
              <a:t>describe</a:t>
            </a:r>
            <a:r>
              <a:rPr lang="cs-CZ" noProof="0" dirty="0"/>
              <a:t> </a:t>
            </a:r>
            <a:r>
              <a:rPr lang="cs-CZ" noProof="0" dirty="0" err="1"/>
              <a:t>all</a:t>
            </a:r>
            <a:r>
              <a:rPr lang="cs-CZ" noProof="0" dirty="0"/>
              <a:t> </a:t>
            </a:r>
            <a:r>
              <a:rPr lang="cs-CZ" b="1" noProof="0" dirty="0" err="1"/>
              <a:t>stakeholders</a:t>
            </a:r>
            <a:r>
              <a:rPr lang="cs-CZ" noProof="0" dirty="0"/>
              <a:t> </a:t>
            </a:r>
            <a:r>
              <a:rPr lang="cs-CZ" noProof="0" dirty="0" err="1"/>
              <a:t>their</a:t>
            </a:r>
            <a:r>
              <a:rPr lang="cs-CZ" noProof="0" dirty="0"/>
              <a:t> </a:t>
            </a:r>
            <a:r>
              <a:rPr lang="cs-CZ" b="1" noProof="0" dirty="0" err="1"/>
              <a:t>interests</a:t>
            </a:r>
            <a:r>
              <a:rPr lang="cs-CZ" b="1" noProof="0" dirty="0"/>
              <a:t>/</a:t>
            </a:r>
            <a:r>
              <a:rPr lang="cs-CZ" b="1" noProof="0" dirty="0" err="1"/>
              <a:t>concerns</a:t>
            </a:r>
            <a:r>
              <a:rPr lang="cs-CZ" noProof="0" dirty="0"/>
              <a:t> and </a:t>
            </a:r>
            <a:r>
              <a:rPr lang="cs-CZ" b="1" noProof="0" dirty="0" err="1"/>
              <a:t>interactions</a:t>
            </a:r>
            <a:endParaRPr lang="cs-CZ" b="1" noProof="0" dirty="0"/>
          </a:p>
          <a:p>
            <a:pPr lvl="1"/>
            <a:r>
              <a:rPr lang="cs-CZ" dirty="0" err="1"/>
              <a:t>Created</a:t>
            </a:r>
            <a:r>
              <a:rPr lang="cs-CZ" dirty="0"/>
              <a:t> </a:t>
            </a:r>
            <a:r>
              <a:rPr lang="cs-CZ" dirty="0" err="1"/>
              <a:t>during</a:t>
            </a:r>
            <a:r>
              <a:rPr lang="cs-CZ" dirty="0"/>
              <a:t> </a:t>
            </a:r>
            <a:r>
              <a:rPr lang="cs-CZ" dirty="0" err="1"/>
              <a:t>interviews</a:t>
            </a:r>
            <a:r>
              <a:rPr lang="cs-CZ" dirty="0"/>
              <a:t> </a:t>
            </a:r>
            <a:r>
              <a:rPr lang="cs-CZ" dirty="0" err="1"/>
              <a:t>with</a:t>
            </a:r>
            <a:r>
              <a:rPr lang="cs-CZ" dirty="0"/>
              <a:t> </a:t>
            </a:r>
            <a:r>
              <a:rPr lang="cs-CZ" dirty="0" err="1"/>
              <a:t>all</a:t>
            </a:r>
            <a:r>
              <a:rPr lang="cs-CZ" dirty="0"/>
              <a:t> </a:t>
            </a:r>
            <a:r>
              <a:rPr lang="cs-CZ" dirty="0" err="1"/>
              <a:t>participants</a:t>
            </a:r>
            <a:r>
              <a:rPr lang="cs-CZ" dirty="0"/>
              <a:t> on </a:t>
            </a:r>
            <a:r>
              <a:rPr lang="cs-CZ" dirty="0" err="1"/>
              <a:t>problem</a:t>
            </a:r>
            <a:r>
              <a:rPr lang="cs-CZ" dirty="0"/>
              <a:t> </a:t>
            </a:r>
            <a:r>
              <a:rPr lang="cs-CZ" dirty="0" err="1"/>
              <a:t>situation</a:t>
            </a:r>
            <a:endParaRPr lang="cs-CZ" dirty="0"/>
          </a:p>
          <a:p>
            <a:pPr lvl="1"/>
            <a:endParaRPr lang="cs-CZ" noProof="0" dirty="0"/>
          </a:p>
          <a:p>
            <a:pPr lvl="1"/>
            <a:r>
              <a:rPr lang="cs-CZ" noProof="0" dirty="0" err="1"/>
              <a:t>There</a:t>
            </a:r>
            <a:r>
              <a:rPr lang="cs-CZ" noProof="0" dirty="0"/>
              <a:t> </a:t>
            </a:r>
            <a:r>
              <a:rPr lang="cs-CZ" noProof="0" dirty="0" err="1"/>
              <a:t>isn‘t</a:t>
            </a:r>
            <a:r>
              <a:rPr lang="cs-CZ" noProof="0" dirty="0"/>
              <a:t> </a:t>
            </a:r>
            <a:r>
              <a:rPr lang="cs-CZ" noProof="0" dirty="0" err="1"/>
              <a:t>one</a:t>
            </a:r>
            <a:r>
              <a:rPr lang="cs-CZ" noProof="0" dirty="0"/>
              <a:t> </a:t>
            </a:r>
            <a:r>
              <a:rPr lang="cs-CZ" noProof="0" dirty="0" err="1"/>
              <a:t>correct</a:t>
            </a:r>
            <a:r>
              <a:rPr lang="cs-CZ" noProof="0" dirty="0"/>
              <a:t> </a:t>
            </a:r>
            <a:r>
              <a:rPr lang="cs-CZ" noProof="0" dirty="0" err="1"/>
              <a:t>way</a:t>
            </a:r>
            <a:r>
              <a:rPr lang="cs-CZ" noProof="0" dirty="0"/>
              <a:t> </a:t>
            </a:r>
            <a:r>
              <a:rPr lang="cs-CZ" noProof="0" dirty="0" err="1"/>
              <a:t>how</a:t>
            </a:r>
            <a:r>
              <a:rPr lang="cs-CZ" noProof="0" dirty="0"/>
              <a:t> to </a:t>
            </a:r>
            <a:r>
              <a:rPr lang="cs-CZ" noProof="0" dirty="0" err="1"/>
              <a:t>draw</a:t>
            </a:r>
            <a:r>
              <a:rPr lang="cs-CZ" noProof="0" dirty="0"/>
              <a:t> </a:t>
            </a:r>
            <a:r>
              <a:rPr lang="cs-CZ" noProof="0" dirty="0" err="1"/>
              <a:t>the</a:t>
            </a:r>
            <a:r>
              <a:rPr lang="cs-CZ" noProof="0" dirty="0"/>
              <a:t> </a:t>
            </a:r>
            <a:r>
              <a:rPr lang="cs-CZ" noProof="0" dirty="0" err="1"/>
              <a:t>rich</a:t>
            </a:r>
            <a:r>
              <a:rPr lang="cs-CZ" noProof="0" dirty="0"/>
              <a:t> </a:t>
            </a:r>
            <a:r>
              <a:rPr lang="cs-CZ" noProof="0" dirty="0" err="1"/>
              <a:t>picture</a:t>
            </a:r>
            <a:endParaRPr lang="en-GB" noProof="0" dirty="0"/>
          </a:p>
          <a:p>
            <a:pPr lvl="1"/>
            <a:endParaRPr lang="cs-CZ" dirty="0"/>
          </a:p>
        </p:txBody>
      </p:sp>
    </p:spTree>
    <p:extLst>
      <p:ext uri="{BB962C8B-B14F-4D97-AF65-F5344CB8AC3E}">
        <p14:creationId xmlns:p14="http://schemas.microsoft.com/office/powerpoint/2010/main" val="3983298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SSM - </a:t>
            </a:r>
            <a:r>
              <a:rPr lang="en-GB" dirty="0"/>
              <a:t>Stages 1 and 2</a:t>
            </a:r>
            <a:endParaRPr lang="cs-CZ" dirty="0"/>
          </a:p>
        </p:txBody>
      </p:sp>
      <p:sp>
        <p:nvSpPr>
          <p:cNvPr id="3" name="Zástupný symbol pro obsah 2"/>
          <p:cNvSpPr>
            <a:spLocks noGrp="1"/>
          </p:cNvSpPr>
          <p:nvPr>
            <p:ph sz="quarter" idx="1"/>
          </p:nvPr>
        </p:nvSpPr>
        <p:spPr/>
        <p:txBody>
          <a:bodyPr>
            <a:normAutofit/>
          </a:bodyPr>
          <a:lstStyle/>
          <a:p>
            <a:r>
              <a:rPr lang="cs-CZ" dirty="0" err="1"/>
              <a:t>Rich</a:t>
            </a:r>
            <a:r>
              <a:rPr lang="cs-CZ" dirty="0"/>
              <a:t> Picture – </a:t>
            </a:r>
            <a:r>
              <a:rPr lang="cs-CZ" dirty="0" err="1"/>
              <a:t>three</a:t>
            </a:r>
            <a:r>
              <a:rPr lang="cs-CZ" dirty="0"/>
              <a:t> basic </a:t>
            </a:r>
            <a:r>
              <a:rPr lang="cs-CZ" dirty="0" err="1"/>
              <a:t>aspects</a:t>
            </a:r>
            <a:endParaRPr lang="en-GB" dirty="0"/>
          </a:p>
          <a:p>
            <a:pPr marL="514350" indent="-514350">
              <a:buFont typeface="+mj-lt"/>
              <a:buAutoNum type="arabicPeriod"/>
            </a:pPr>
            <a:r>
              <a:rPr lang="cs-CZ" b="1" dirty="0" err="1"/>
              <a:t>Structure</a:t>
            </a:r>
            <a:endParaRPr lang="cs-CZ" b="1" dirty="0"/>
          </a:p>
          <a:p>
            <a:pPr lvl="1"/>
            <a:r>
              <a:rPr lang="en-AU" dirty="0"/>
              <a:t>Changes only slowly</a:t>
            </a:r>
          </a:p>
          <a:p>
            <a:pPr lvl="1"/>
            <a:r>
              <a:rPr lang="en-AU" dirty="0"/>
              <a:t>Hierarchy, geographical displacement etc. </a:t>
            </a:r>
          </a:p>
          <a:p>
            <a:pPr lvl="1"/>
            <a:r>
              <a:rPr lang="en-AU" dirty="0"/>
              <a:t>Express only structure that is relevant to interests and processes</a:t>
            </a:r>
          </a:p>
          <a:p>
            <a:pPr marL="514350" indent="-514350">
              <a:buFont typeface="+mj-lt"/>
              <a:buAutoNum type="arabicPeriod"/>
            </a:pPr>
            <a:r>
              <a:rPr lang="cs-CZ" b="1" dirty="0" err="1"/>
              <a:t>Processes</a:t>
            </a:r>
            <a:endParaRPr lang="cs-CZ" b="1" dirty="0"/>
          </a:p>
          <a:p>
            <a:pPr lvl="1"/>
            <a:r>
              <a:rPr lang="en-AU" dirty="0"/>
              <a:t>Transformation, flows of goods, documents, information</a:t>
            </a:r>
            <a:r>
              <a:rPr lang="cs-CZ" dirty="0"/>
              <a:t>…</a:t>
            </a:r>
          </a:p>
          <a:p>
            <a:pPr marL="514350" indent="-514350">
              <a:buFont typeface="+mj-lt"/>
              <a:buAutoNum type="arabicPeriod"/>
            </a:pPr>
            <a:r>
              <a:rPr lang="cs-CZ" b="1" dirty="0" err="1"/>
              <a:t>Interests</a:t>
            </a:r>
            <a:endParaRPr lang="cs-CZ" b="1" dirty="0"/>
          </a:p>
          <a:p>
            <a:pPr lvl="1"/>
            <a:r>
              <a:rPr lang="cs-CZ" dirty="0" err="1"/>
              <a:t>Concerns</a:t>
            </a:r>
            <a:r>
              <a:rPr lang="cs-CZ" dirty="0"/>
              <a:t>, </a:t>
            </a:r>
            <a:r>
              <a:rPr lang="cs-CZ" dirty="0" err="1"/>
              <a:t>issues</a:t>
            </a:r>
            <a:endParaRPr lang="cs-CZ" dirty="0"/>
          </a:p>
          <a:p>
            <a:pPr lvl="1"/>
            <a:r>
              <a:rPr lang="en-AU" dirty="0"/>
              <a:t>Individual motivation of depicted persons and groups</a:t>
            </a:r>
          </a:p>
          <a:p>
            <a:pPr marL="0" indent="0">
              <a:buNone/>
            </a:pPr>
            <a:endParaRPr lang="cs-CZ" dirty="0"/>
          </a:p>
        </p:txBody>
      </p:sp>
    </p:spTree>
    <p:extLst>
      <p:ext uri="{BB962C8B-B14F-4D97-AF65-F5344CB8AC3E}">
        <p14:creationId xmlns:p14="http://schemas.microsoft.com/office/powerpoint/2010/main" val="39220892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SSM - </a:t>
            </a:r>
            <a:r>
              <a:rPr lang="en-GB" dirty="0"/>
              <a:t>Stages 1 and 2</a:t>
            </a:r>
            <a:endParaRPr lang="cs-CZ" dirty="0"/>
          </a:p>
        </p:txBody>
      </p:sp>
      <p:sp>
        <p:nvSpPr>
          <p:cNvPr id="3" name="Zástupný symbol pro obsah 2"/>
          <p:cNvSpPr>
            <a:spLocks noGrp="1"/>
          </p:cNvSpPr>
          <p:nvPr>
            <p:ph sz="quarter" idx="1"/>
          </p:nvPr>
        </p:nvSpPr>
        <p:spPr/>
        <p:txBody>
          <a:bodyPr>
            <a:normAutofit/>
          </a:bodyPr>
          <a:lstStyle/>
          <a:p>
            <a:r>
              <a:rPr lang="cs-CZ" dirty="0" err="1"/>
              <a:t>Rich</a:t>
            </a:r>
            <a:r>
              <a:rPr lang="cs-CZ" dirty="0"/>
              <a:t> Picture – </a:t>
            </a:r>
            <a:r>
              <a:rPr lang="cs-CZ" dirty="0" err="1"/>
              <a:t>advices</a:t>
            </a:r>
            <a:r>
              <a:rPr lang="cs-CZ" dirty="0"/>
              <a:t> (</a:t>
            </a:r>
            <a:r>
              <a:rPr lang="cs-CZ" dirty="0" err="1"/>
              <a:t>Monk</a:t>
            </a:r>
            <a:r>
              <a:rPr lang="cs-CZ" dirty="0"/>
              <a:t> &amp; </a:t>
            </a:r>
            <a:r>
              <a:rPr lang="cs-CZ" dirty="0" err="1"/>
              <a:t>Howard</a:t>
            </a:r>
            <a:r>
              <a:rPr lang="cs-CZ" dirty="0"/>
              <a:t>, 1998)</a:t>
            </a:r>
          </a:p>
          <a:p>
            <a:pPr lvl="1"/>
            <a:r>
              <a:rPr lang="en-AU" dirty="0"/>
              <a:t>Interests expression – use the comics </a:t>
            </a:r>
            <a:r>
              <a:rPr lang="en-AU" dirty="0" err="1"/>
              <a:t>bubles</a:t>
            </a:r>
            <a:endParaRPr lang="en-AU" dirty="0"/>
          </a:p>
          <a:p>
            <a:pPr lvl="1"/>
            <a:r>
              <a:rPr lang="en-AU" dirty="0"/>
              <a:t>Tension or Conflict expression – use pictogram (e.g. Crossed swords)</a:t>
            </a:r>
          </a:p>
          <a:p>
            <a:pPr lvl="1"/>
            <a:r>
              <a:rPr lang="en-AU" dirty="0"/>
              <a:t>Use the language of depicted people (Rich picture is used for the communication)</a:t>
            </a:r>
          </a:p>
          <a:p>
            <a:pPr lvl="1"/>
            <a:r>
              <a:rPr lang="en-AU" dirty="0"/>
              <a:t>Use the style that fits you and persons you communicate with</a:t>
            </a:r>
          </a:p>
          <a:p>
            <a:pPr marL="0" indent="0">
              <a:buNone/>
            </a:pPr>
            <a:endParaRPr lang="cs-CZ" dirty="0"/>
          </a:p>
        </p:txBody>
      </p:sp>
    </p:spTree>
    <p:extLst>
      <p:ext uri="{BB962C8B-B14F-4D97-AF65-F5344CB8AC3E}">
        <p14:creationId xmlns:p14="http://schemas.microsoft.com/office/powerpoint/2010/main" val="33171972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ástupný symbol pro text 3"/>
          <p:cNvSpPr>
            <a:spLocks noGrp="1"/>
          </p:cNvSpPr>
          <p:nvPr>
            <p:ph type="body" sz="quarter" idx="13"/>
          </p:nvPr>
        </p:nvSpPr>
        <p:spPr/>
        <p:txBody>
          <a:bodyPr/>
          <a:lstStyle/>
          <a:p>
            <a:endParaRPr lang="en-GB"/>
          </a:p>
        </p:txBody>
      </p:sp>
      <p:sp>
        <p:nvSpPr>
          <p:cNvPr id="5" name="Zástupný symbol pro text 4"/>
          <p:cNvSpPr>
            <a:spLocks noGrp="1"/>
          </p:cNvSpPr>
          <p:nvPr>
            <p:ph type="body" sz="quarter" idx="14"/>
          </p:nvPr>
        </p:nvSpPr>
        <p:spPr/>
        <p:txBody>
          <a:bodyPr/>
          <a:lstStyle/>
          <a:p>
            <a:endParaRPr lang="en-GB"/>
          </a:p>
        </p:txBody>
      </p:sp>
      <p:pic>
        <p:nvPicPr>
          <p:cNvPr id="11" name="Obrázek 10"/>
          <p:cNvPicPr>
            <a:picLocks noChangeAspect="1"/>
          </p:cNvPicPr>
          <p:nvPr/>
        </p:nvPicPr>
        <p:blipFill>
          <a:blip r:embed="rId3"/>
          <a:stretch>
            <a:fillRect/>
          </a:stretch>
        </p:blipFill>
        <p:spPr>
          <a:xfrm>
            <a:off x="-13008" y="0"/>
            <a:ext cx="9170013" cy="6857999"/>
          </a:xfrm>
          <a:prstGeom prst="rect">
            <a:avLst/>
          </a:prstGeom>
        </p:spPr>
      </p:pic>
      <p:sp>
        <p:nvSpPr>
          <p:cNvPr id="8" name="TextovéPole 7"/>
          <p:cNvSpPr txBox="1"/>
          <p:nvPr/>
        </p:nvSpPr>
        <p:spPr>
          <a:xfrm>
            <a:off x="6650546" y="6304002"/>
            <a:ext cx="2520280" cy="369332"/>
          </a:xfrm>
          <a:prstGeom prst="rect">
            <a:avLst/>
          </a:prstGeom>
          <a:noFill/>
        </p:spPr>
        <p:txBody>
          <a:bodyPr wrap="square" rtlCol="0">
            <a:spAutoFit/>
          </a:bodyPr>
          <a:lstStyle/>
          <a:p>
            <a:r>
              <a:rPr lang="cs-CZ" dirty="0" err="1"/>
              <a:t>Monk</a:t>
            </a:r>
            <a:r>
              <a:rPr lang="cs-CZ" dirty="0"/>
              <a:t> &amp; </a:t>
            </a:r>
            <a:r>
              <a:rPr lang="cs-CZ" dirty="0" err="1"/>
              <a:t>Howard</a:t>
            </a:r>
            <a:r>
              <a:rPr lang="cs-CZ" dirty="0"/>
              <a:t> (1998)</a:t>
            </a:r>
          </a:p>
        </p:txBody>
      </p:sp>
    </p:spTree>
    <p:extLst>
      <p:ext uri="{BB962C8B-B14F-4D97-AF65-F5344CB8AC3E}">
        <p14:creationId xmlns:p14="http://schemas.microsoft.com/office/powerpoint/2010/main" val="6305691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SSM - </a:t>
            </a:r>
            <a:r>
              <a:rPr lang="cs-CZ" dirty="0" err="1"/>
              <a:t>Stage</a:t>
            </a:r>
            <a:r>
              <a:rPr lang="cs-CZ" dirty="0"/>
              <a:t> 3</a:t>
            </a:r>
          </a:p>
        </p:txBody>
      </p:sp>
      <p:sp>
        <p:nvSpPr>
          <p:cNvPr id="3" name="Zástupný symbol pro obsah 2"/>
          <p:cNvSpPr>
            <a:spLocks noGrp="1"/>
          </p:cNvSpPr>
          <p:nvPr>
            <p:ph sz="quarter" idx="1"/>
          </p:nvPr>
        </p:nvSpPr>
        <p:spPr>
          <a:xfrm>
            <a:off x="612648" y="1600200"/>
            <a:ext cx="8153400" cy="4925144"/>
          </a:xfrm>
        </p:spPr>
        <p:txBody>
          <a:bodyPr>
            <a:normAutofit/>
          </a:bodyPr>
          <a:lstStyle/>
          <a:p>
            <a:r>
              <a:rPr lang="en-GB" dirty="0"/>
              <a:t>Root definitions </a:t>
            </a:r>
            <a:r>
              <a:rPr lang="cs-CZ" dirty="0"/>
              <a:t>(</a:t>
            </a:r>
            <a:r>
              <a:rPr lang="cs-CZ" dirty="0" err="1"/>
              <a:t>at</a:t>
            </a:r>
            <a:r>
              <a:rPr lang="cs-CZ" dirty="0"/>
              <a:t> least </a:t>
            </a:r>
            <a:r>
              <a:rPr lang="cs-CZ" dirty="0" err="1"/>
              <a:t>one</a:t>
            </a:r>
            <a:r>
              <a:rPr lang="cs-CZ" dirty="0"/>
              <a:t>)</a:t>
            </a:r>
          </a:p>
          <a:p>
            <a:r>
              <a:rPr lang="en-GB" dirty="0"/>
              <a:t>CATWOE</a:t>
            </a:r>
            <a:endParaRPr lang="cs-CZ" dirty="0"/>
          </a:p>
          <a:p>
            <a:r>
              <a:rPr lang="en-GB" dirty="0"/>
              <a:t>Sentences that describe </a:t>
            </a:r>
            <a:r>
              <a:rPr lang="en-GB" dirty="0">
                <a:solidFill>
                  <a:srgbClr val="C00000"/>
                </a:solidFill>
              </a:rPr>
              <a:t>IDEAL</a:t>
            </a:r>
            <a:r>
              <a:rPr lang="en-GB" dirty="0"/>
              <a:t> system</a:t>
            </a:r>
          </a:p>
          <a:p>
            <a:pPr lvl="1"/>
            <a:r>
              <a:rPr lang="en-GB" dirty="0"/>
              <a:t>C – customers (victims/beneficiaries) of the system </a:t>
            </a:r>
          </a:p>
          <a:p>
            <a:pPr lvl="1"/>
            <a:r>
              <a:rPr lang="en-GB" dirty="0"/>
              <a:t>A – actors/participants in the system </a:t>
            </a:r>
          </a:p>
          <a:p>
            <a:pPr lvl="1"/>
            <a:r>
              <a:rPr lang="en-GB" dirty="0"/>
              <a:t>T – transformation process in the system, what inputs are transformed into what outputs</a:t>
            </a:r>
          </a:p>
          <a:p>
            <a:pPr lvl="1"/>
            <a:r>
              <a:rPr lang="en-GB" dirty="0"/>
              <a:t>W – </a:t>
            </a:r>
            <a:r>
              <a:rPr lang="en-GB" dirty="0" err="1"/>
              <a:t>weltanschauung</a:t>
            </a:r>
            <a:r>
              <a:rPr lang="en-GB" dirty="0"/>
              <a:t> (worldview), what is the worldview underlying the system, purpose of the transformation </a:t>
            </a:r>
          </a:p>
          <a:p>
            <a:pPr lvl="1"/>
            <a:r>
              <a:rPr lang="en-GB" dirty="0"/>
              <a:t>O – owner of the system, who has the power to stop the system </a:t>
            </a:r>
          </a:p>
          <a:p>
            <a:pPr lvl="1"/>
            <a:r>
              <a:rPr lang="en-GB" dirty="0"/>
              <a:t>E – environmental constraints that are out of thy system but have effect on it and need to be considered?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normAutofit/>
          </a:bodyPr>
          <a:lstStyle/>
          <a:p>
            <a:r>
              <a:rPr lang="cs-CZ" dirty="0"/>
              <a:t>SSM - </a:t>
            </a:r>
            <a:r>
              <a:rPr lang="cs-CZ" dirty="0" err="1"/>
              <a:t>Stage</a:t>
            </a:r>
            <a:r>
              <a:rPr lang="cs-CZ" dirty="0"/>
              <a:t> 3</a:t>
            </a:r>
          </a:p>
        </p:txBody>
      </p:sp>
      <p:sp>
        <p:nvSpPr>
          <p:cNvPr id="3" name="Zástupný symbol pro obsah 2"/>
          <p:cNvSpPr>
            <a:spLocks noGrp="1"/>
          </p:cNvSpPr>
          <p:nvPr>
            <p:ph sz="quarter" idx="1"/>
          </p:nvPr>
        </p:nvSpPr>
        <p:spPr>
          <a:xfrm>
            <a:off x="612648" y="1600200"/>
            <a:ext cx="8153400" cy="4925144"/>
          </a:xfrm>
        </p:spPr>
        <p:txBody>
          <a:bodyPr>
            <a:normAutofit/>
          </a:bodyPr>
          <a:lstStyle/>
          <a:p>
            <a:r>
              <a:rPr lang="en-AU" dirty="0"/>
              <a:t>Example:</a:t>
            </a:r>
          </a:p>
          <a:p>
            <a:r>
              <a:rPr lang="en-AU" dirty="0"/>
              <a:t>Lets have a problem:</a:t>
            </a:r>
          </a:p>
          <a:p>
            <a:pPr lvl="1"/>
            <a:r>
              <a:rPr lang="en-AU" i="1" dirty="0"/>
              <a:t>„The tertiary level of education doesn‘t provide graduates skilled enough for the job market.“</a:t>
            </a:r>
            <a:endParaRPr lang="cs-CZ" i="1" dirty="0"/>
          </a:p>
          <a:p>
            <a:pPr marL="0" indent="0">
              <a:buNone/>
            </a:pPr>
            <a:endParaRPr lang="cs-CZ" i="1" dirty="0"/>
          </a:p>
          <a:p>
            <a:r>
              <a:rPr lang="cs-CZ" dirty="0" err="1"/>
              <a:t>Define</a:t>
            </a:r>
            <a:r>
              <a:rPr lang="cs-CZ" dirty="0"/>
              <a:t> CATOWE</a:t>
            </a:r>
            <a:endParaRPr lang="en-AU" dirty="0"/>
          </a:p>
        </p:txBody>
      </p:sp>
    </p:spTree>
    <p:extLst>
      <p:ext uri="{BB962C8B-B14F-4D97-AF65-F5344CB8AC3E}">
        <p14:creationId xmlns:p14="http://schemas.microsoft.com/office/powerpoint/2010/main" val="4806280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SSM – </a:t>
            </a:r>
            <a:r>
              <a:rPr lang="cs-CZ" dirty="0" err="1"/>
              <a:t>Stage</a:t>
            </a:r>
            <a:r>
              <a:rPr lang="cs-CZ" dirty="0"/>
              <a:t> 4</a:t>
            </a:r>
            <a:endParaRPr lang="en-GB" noProof="0" dirty="0"/>
          </a:p>
        </p:txBody>
      </p:sp>
      <p:sp>
        <p:nvSpPr>
          <p:cNvPr id="3" name="Zástupný symbol pro obsah 2"/>
          <p:cNvSpPr>
            <a:spLocks noGrp="1"/>
          </p:cNvSpPr>
          <p:nvPr>
            <p:ph sz="quarter" idx="1"/>
          </p:nvPr>
        </p:nvSpPr>
        <p:spPr>
          <a:xfrm>
            <a:off x="612648" y="1600200"/>
            <a:ext cx="8153400" cy="4925144"/>
          </a:xfrm>
        </p:spPr>
        <p:txBody>
          <a:bodyPr>
            <a:normAutofit/>
          </a:bodyPr>
          <a:lstStyle/>
          <a:p>
            <a:r>
              <a:rPr lang="en-GB" noProof="0" dirty="0"/>
              <a:t>Conceptual model</a:t>
            </a:r>
          </a:p>
          <a:p>
            <a:pPr lvl="1"/>
            <a:r>
              <a:rPr lang="en-GB" noProof="0" dirty="0"/>
              <a:t>Is developed on the basis of root definitions</a:t>
            </a:r>
          </a:p>
          <a:p>
            <a:pPr lvl="1"/>
            <a:r>
              <a:rPr lang="en-GB" noProof="0" dirty="0"/>
              <a:t>Uses diagrams</a:t>
            </a:r>
            <a:r>
              <a:rPr lang="cs-CZ" noProof="0" dirty="0"/>
              <a:t>,</a:t>
            </a:r>
            <a:r>
              <a:rPr lang="en-GB" noProof="0" dirty="0"/>
              <a:t> links the </a:t>
            </a:r>
            <a:r>
              <a:rPr lang="en-GB" b="1" noProof="0" dirty="0"/>
              <a:t>activities</a:t>
            </a:r>
            <a:r>
              <a:rPr lang="cs-CZ" noProof="0" dirty="0"/>
              <a:t> </a:t>
            </a:r>
          </a:p>
          <a:p>
            <a:pPr lvl="1"/>
            <a:r>
              <a:rPr lang="cs-CZ" dirty="0" err="1"/>
              <a:t>Contains</a:t>
            </a:r>
            <a:r>
              <a:rPr lang="cs-CZ" dirty="0"/>
              <a:t> s</a:t>
            </a:r>
            <a:r>
              <a:rPr lang="en-US" dirty="0" err="1"/>
              <a:t>tatements</a:t>
            </a:r>
            <a:r>
              <a:rPr lang="en-US" dirty="0"/>
              <a:t> describing the activities which are needed by the </a:t>
            </a:r>
            <a:r>
              <a:rPr lang="cs-CZ" dirty="0"/>
              <a:t>R.D.</a:t>
            </a:r>
          </a:p>
          <a:p>
            <a:pPr lvl="1"/>
            <a:r>
              <a:rPr lang="cs-CZ" noProof="0" dirty="0" err="1"/>
              <a:t>Usually</a:t>
            </a:r>
            <a:r>
              <a:rPr lang="cs-CZ" noProof="0" dirty="0"/>
              <a:t> </a:t>
            </a:r>
            <a:r>
              <a:rPr lang="cs-CZ" noProof="0" dirty="0" err="1"/>
              <a:t>contains</a:t>
            </a:r>
            <a:r>
              <a:rPr lang="cs-CZ" noProof="0" dirty="0"/>
              <a:t> </a:t>
            </a:r>
            <a:r>
              <a:rPr lang="cs-CZ" dirty="0"/>
              <a:t>7±2 </a:t>
            </a:r>
            <a:r>
              <a:rPr lang="cs-CZ" dirty="0" err="1"/>
              <a:t>activities</a:t>
            </a:r>
            <a:endParaRPr lang="cs-CZ" dirty="0"/>
          </a:p>
          <a:p>
            <a:pPr lvl="1"/>
            <a:r>
              <a:rPr lang="cs-CZ" noProof="0" dirty="0"/>
              <a:t>3E</a:t>
            </a:r>
            <a:r>
              <a:rPr lang="en-GB" noProof="0" dirty="0"/>
              <a:t>:</a:t>
            </a:r>
          </a:p>
          <a:p>
            <a:pPr lvl="2"/>
            <a:r>
              <a:rPr lang="en-GB" noProof="0" dirty="0"/>
              <a:t>the effectiveness of the system (right thing to do)</a:t>
            </a:r>
          </a:p>
          <a:p>
            <a:pPr lvl="2"/>
            <a:r>
              <a:rPr lang="en-GB" noProof="0" dirty="0"/>
              <a:t>the efficacy of the system (does it work?)</a:t>
            </a:r>
          </a:p>
          <a:p>
            <a:pPr lvl="2"/>
            <a:r>
              <a:rPr lang="en-GB" noProof="0" dirty="0"/>
              <a:t>the efficiency of the system (ratio of outputs and used resources)</a:t>
            </a:r>
            <a:endParaRPr lang="cs-CZ" noProof="0" dirty="0"/>
          </a:p>
          <a:p>
            <a:pPr lvl="1"/>
            <a:r>
              <a:rPr lang="en-GB" dirty="0"/>
              <a:t>How the system </a:t>
            </a:r>
            <a:r>
              <a:rPr lang="en-GB" b="1" dirty="0"/>
              <a:t>should</a:t>
            </a:r>
            <a:r>
              <a:rPr lang="en-GB" dirty="0"/>
              <a:t> work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SSM – </a:t>
            </a:r>
            <a:r>
              <a:rPr lang="cs-CZ" dirty="0" err="1"/>
              <a:t>Stages</a:t>
            </a:r>
            <a:r>
              <a:rPr lang="cs-CZ" dirty="0"/>
              <a:t> 5 - 7</a:t>
            </a:r>
          </a:p>
        </p:txBody>
      </p:sp>
      <p:sp>
        <p:nvSpPr>
          <p:cNvPr id="3" name="Zástupný symbol pro obsah 2"/>
          <p:cNvSpPr>
            <a:spLocks noGrp="1"/>
          </p:cNvSpPr>
          <p:nvPr>
            <p:ph sz="quarter" idx="1"/>
          </p:nvPr>
        </p:nvSpPr>
        <p:spPr/>
        <p:txBody>
          <a:bodyPr>
            <a:normAutofit/>
          </a:bodyPr>
          <a:lstStyle/>
          <a:p>
            <a:r>
              <a:rPr lang="en-GB" noProof="0" dirty="0"/>
              <a:t>Comparison with the real world</a:t>
            </a:r>
          </a:p>
          <a:p>
            <a:pPr lvl="1"/>
            <a:r>
              <a:rPr lang="en-GB" noProof="0" dirty="0"/>
              <a:t>Does this happen in real world.</a:t>
            </a:r>
          </a:p>
          <a:p>
            <a:pPr lvl="1"/>
            <a:r>
              <a:rPr lang="en-GB" noProof="0" dirty="0"/>
              <a:t>How? How it is judged?</a:t>
            </a:r>
          </a:p>
          <a:p>
            <a:pPr lvl="1"/>
            <a:r>
              <a:rPr lang="en-GB" noProof="0" dirty="0"/>
              <a:t>Sometimes get back to root definitions.</a:t>
            </a:r>
          </a:p>
          <a:p>
            <a:pPr lvl="1"/>
            <a:r>
              <a:rPr lang="en-GB" noProof="0" dirty="0"/>
              <a:t>Basement for discussion and ideas generator.</a:t>
            </a:r>
          </a:p>
          <a:p>
            <a:r>
              <a:rPr lang="en-GB" noProof="0" dirty="0"/>
              <a:t>Changes</a:t>
            </a:r>
          </a:p>
          <a:p>
            <a:pPr lvl="1"/>
            <a:r>
              <a:rPr lang="en-GB" noProof="0" dirty="0"/>
              <a:t>What must be changed in real world (feasible and desirable)</a:t>
            </a:r>
          </a:p>
          <a:p>
            <a:pPr lvl="0"/>
            <a:r>
              <a:rPr lang="en-GB" noProof="0" dirty="0"/>
              <a:t>Action</a:t>
            </a:r>
            <a:endParaRPr lang="cs-CZ" noProof="0" dirty="0"/>
          </a:p>
          <a:p>
            <a:pPr lvl="1"/>
            <a:r>
              <a:rPr lang="en-AU" dirty="0"/>
              <a:t>Implementation of changes</a:t>
            </a:r>
          </a:p>
          <a:p>
            <a:pPr lvl="1">
              <a:buNone/>
            </a:pPr>
            <a:endParaRPr lang="cs-CZ"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Soft OR - </a:t>
            </a:r>
            <a:r>
              <a:rPr lang="cs-CZ" dirty="0" err="1"/>
              <a:t>criticism</a:t>
            </a:r>
            <a:endParaRPr lang="cs-CZ" dirty="0"/>
          </a:p>
        </p:txBody>
      </p:sp>
      <p:sp>
        <p:nvSpPr>
          <p:cNvPr id="3" name="Zástupný symbol pro obsah 2"/>
          <p:cNvSpPr>
            <a:spLocks noGrp="1"/>
          </p:cNvSpPr>
          <p:nvPr>
            <p:ph sz="quarter" idx="1"/>
          </p:nvPr>
        </p:nvSpPr>
        <p:spPr/>
        <p:txBody>
          <a:bodyPr>
            <a:normAutofit/>
          </a:bodyPr>
          <a:lstStyle/>
          <a:p>
            <a:r>
              <a:rPr lang="cs-CZ" noProof="0" dirty="0" err="1"/>
              <a:t>The</a:t>
            </a:r>
            <a:r>
              <a:rPr lang="cs-CZ" noProof="0" dirty="0"/>
              <a:t> </a:t>
            </a:r>
            <a:r>
              <a:rPr lang="cs-CZ" noProof="0" dirty="0" err="1"/>
              <a:t>goal</a:t>
            </a:r>
            <a:r>
              <a:rPr lang="cs-CZ" noProof="0" dirty="0"/>
              <a:t> </a:t>
            </a:r>
            <a:r>
              <a:rPr lang="cs-CZ" noProof="0" dirty="0" err="1"/>
              <a:t>is</a:t>
            </a:r>
            <a:r>
              <a:rPr lang="cs-CZ" noProof="0" dirty="0"/>
              <a:t> </a:t>
            </a:r>
            <a:r>
              <a:rPr lang="cs-CZ" b="1" noProof="0" dirty="0" err="1"/>
              <a:t>concensus</a:t>
            </a:r>
            <a:r>
              <a:rPr lang="cs-CZ" noProof="0" dirty="0"/>
              <a:t> </a:t>
            </a:r>
            <a:r>
              <a:rPr lang="cs-CZ" noProof="0" dirty="0" err="1"/>
              <a:t>of</a:t>
            </a:r>
            <a:r>
              <a:rPr lang="cs-CZ" noProof="0" dirty="0"/>
              <a:t> </a:t>
            </a:r>
            <a:r>
              <a:rPr lang="cs-CZ" noProof="0" dirty="0" err="1"/>
              <a:t>the</a:t>
            </a:r>
            <a:r>
              <a:rPr lang="cs-CZ" noProof="0" dirty="0"/>
              <a:t> </a:t>
            </a:r>
            <a:r>
              <a:rPr lang="cs-CZ" noProof="0" dirty="0" err="1"/>
              <a:t>stakeholders</a:t>
            </a:r>
            <a:r>
              <a:rPr lang="cs-CZ" noProof="0" dirty="0"/>
              <a:t> but </a:t>
            </a:r>
            <a:r>
              <a:rPr lang="cs-CZ" noProof="0" dirty="0" err="1"/>
              <a:t>it</a:t>
            </a:r>
            <a:r>
              <a:rPr lang="cs-CZ" noProof="0" dirty="0"/>
              <a:t> </a:t>
            </a:r>
            <a:r>
              <a:rPr lang="cs-CZ" noProof="0" dirty="0" err="1"/>
              <a:t>isn‘t</a:t>
            </a:r>
            <a:r>
              <a:rPr lang="cs-CZ" noProof="0" dirty="0"/>
              <a:t> </a:t>
            </a:r>
            <a:r>
              <a:rPr lang="cs-CZ" noProof="0" dirty="0" err="1"/>
              <a:t>necessarily</a:t>
            </a:r>
            <a:r>
              <a:rPr lang="cs-CZ" noProof="0" dirty="0"/>
              <a:t> </a:t>
            </a:r>
            <a:r>
              <a:rPr lang="cs-CZ" noProof="0" dirty="0" err="1"/>
              <a:t>the</a:t>
            </a:r>
            <a:r>
              <a:rPr lang="cs-CZ" noProof="0" dirty="0"/>
              <a:t> </a:t>
            </a:r>
            <a:r>
              <a:rPr lang="cs-CZ" noProof="0" dirty="0" err="1"/>
              <a:t>god</a:t>
            </a:r>
            <a:r>
              <a:rPr lang="cs-CZ" noProof="0" dirty="0"/>
              <a:t> </a:t>
            </a:r>
            <a:r>
              <a:rPr lang="cs-CZ" noProof="0" dirty="0" err="1"/>
              <a:t>thing</a:t>
            </a:r>
            <a:endParaRPr lang="cs-CZ" noProof="0" dirty="0"/>
          </a:p>
          <a:p>
            <a:endParaRPr lang="cs-CZ" dirty="0"/>
          </a:p>
          <a:p>
            <a:r>
              <a:rPr lang="cs-CZ" dirty="0" err="1"/>
              <a:t>For</a:t>
            </a:r>
            <a:r>
              <a:rPr lang="cs-CZ" dirty="0"/>
              <a:t> </a:t>
            </a:r>
            <a:r>
              <a:rPr lang="cs-CZ" dirty="0" err="1"/>
              <a:t>our</a:t>
            </a:r>
            <a:r>
              <a:rPr lang="cs-CZ" dirty="0"/>
              <a:t> </a:t>
            </a:r>
            <a:r>
              <a:rPr lang="cs-CZ" dirty="0" err="1"/>
              <a:t>purposes</a:t>
            </a:r>
            <a:r>
              <a:rPr lang="cs-CZ" dirty="0"/>
              <a:t> </a:t>
            </a:r>
            <a:r>
              <a:rPr lang="cs-CZ" dirty="0" err="1"/>
              <a:t>we</a:t>
            </a:r>
            <a:r>
              <a:rPr lang="cs-CZ" dirty="0"/>
              <a:t> </a:t>
            </a:r>
            <a:r>
              <a:rPr lang="cs-CZ" dirty="0" err="1"/>
              <a:t>will</a:t>
            </a:r>
            <a:r>
              <a:rPr lang="cs-CZ" dirty="0"/>
              <a:t> </a:t>
            </a:r>
            <a:r>
              <a:rPr lang="cs-CZ" dirty="0" err="1"/>
              <a:t>undestand</a:t>
            </a:r>
            <a:r>
              <a:rPr lang="cs-CZ" dirty="0"/>
              <a:t> soft OR as “</a:t>
            </a:r>
            <a:r>
              <a:rPr lang="cs-CZ" i="1" dirty="0" err="1"/>
              <a:t>Problem</a:t>
            </a:r>
            <a:r>
              <a:rPr lang="cs-CZ" i="1" dirty="0"/>
              <a:t> </a:t>
            </a:r>
            <a:r>
              <a:rPr lang="cs-CZ" i="1" dirty="0" err="1"/>
              <a:t>structuring</a:t>
            </a:r>
            <a:r>
              <a:rPr lang="cs-CZ" i="1" dirty="0"/>
              <a:t> </a:t>
            </a:r>
            <a:r>
              <a:rPr lang="cs-CZ" i="1" dirty="0" err="1"/>
              <a:t>methods</a:t>
            </a:r>
            <a:r>
              <a:rPr lang="cs-CZ" dirty="0"/>
              <a:t>“</a:t>
            </a:r>
          </a:p>
          <a:p>
            <a:pPr lvl="1"/>
            <a:r>
              <a:rPr lang="cs-CZ" dirty="0" err="1"/>
              <a:t>i.e</a:t>
            </a:r>
            <a:r>
              <a:rPr lang="cs-CZ" dirty="0"/>
              <a:t>. </a:t>
            </a:r>
            <a:r>
              <a:rPr lang="cs-CZ" dirty="0" err="1"/>
              <a:t>it</a:t>
            </a:r>
            <a:r>
              <a:rPr lang="cs-CZ" dirty="0"/>
              <a:t> </a:t>
            </a:r>
            <a:r>
              <a:rPr lang="cs-CZ" dirty="0" err="1"/>
              <a:t>is</a:t>
            </a:r>
            <a:r>
              <a:rPr lang="cs-CZ" dirty="0"/>
              <a:t> </a:t>
            </a:r>
            <a:r>
              <a:rPr lang="cs-CZ" dirty="0" err="1"/>
              <a:t>important</a:t>
            </a:r>
            <a:r>
              <a:rPr lang="cs-CZ" dirty="0"/>
              <a:t> but </a:t>
            </a:r>
            <a:r>
              <a:rPr lang="cs-CZ" dirty="0" err="1"/>
              <a:t>we</a:t>
            </a:r>
            <a:r>
              <a:rPr lang="cs-CZ" dirty="0"/>
              <a:t> do not </a:t>
            </a:r>
            <a:r>
              <a:rPr lang="cs-CZ" dirty="0" err="1"/>
              <a:t>consider</a:t>
            </a:r>
            <a:r>
              <a:rPr lang="cs-CZ" dirty="0"/>
              <a:t> </a:t>
            </a:r>
            <a:r>
              <a:rPr lang="cs-CZ" dirty="0" err="1"/>
              <a:t>it</a:t>
            </a:r>
            <a:r>
              <a:rPr lang="cs-CZ" dirty="0"/>
              <a:t> </a:t>
            </a:r>
            <a:r>
              <a:rPr lang="cs-CZ" dirty="0" err="1"/>
              <a:t>final</a:t>
            </a:r>
            <a:r>
              <a:rPr lang="cs-CZ" dirty="0"/>
              <a:t> </a:t>
            </a:r>
            <a:r>
              <a:rPr lang="cs-CZ" dirty="0" err="1"/>
              <a:t>solution</a:t>
            </a:r>
            <a:endParaRPr lang="cs-CZ" dirty="0"/>
          </a:p>
          <a:p>
            <a:pPr lvl="1"/>
            <a:r>
              <a:rPr lang="cs-CZ" dirty="0" err="1"/>
              <a:t>We</a:t>
            </a:r>
            <a:r>
              <a:rPr lang="cs-CZ" dirty="0"/>
              <a:t> </a:t>
            </a:r>
            <a:r>
              <a:rPr lang="cs-CZ" dirty="0" err="1"/>
              <a:t>can</a:t>
            </a:r>
            <a:r>
              <a:rPr lang="cs-CZ" dirty="0"/>
              <a:t> use </a:t>
            </a:r>
            <a:r>
              <a:rPr lang="cs-CZ" dirty="0" err="1"/>
              <a:t>it</a:t>
            </a:r>
            <a:r>
              <a:rPr lang="cs-CZ" dirty="0"/>
              <a:t> as </a:t>
            </a:r>
            <a:r>
              <a:rPr lang="cs-CZ" dirty="0" err="1"/>
              <a:t>preparation</a:t>
            </a:r>
            <a:r>
              <a:rPr lang="cs-CZ" dirty="0"/>
              <a:t> </a:t>
            </a:r>
            <a:r>
              <a:rPr lang="cs-CZ" dirty="0" err="1"/>
              <a:t>before</a:t>
            </a:r>
            <a:r>
              <a:rPr lang="cs-CZ" dirty="0"/>
              <a:t> </a:t>
            </a:r>
            <a:r>
              <a:rPr lang="cs-CZ" dirty="0" err="1"/>
              <a:t>application</a:t>
            </a:r>
            <a:r>
              <a:rPr lang="cs-CZ" dirty="0"/>
              <a:t> </a:t>
            </a:r>
            <a:r>
              <a:rPr lang="cs-CZ" dirty="0" err="1"/>
              <a:t>of</a:t>
            </a:r>
            <a:r>
              <a:rPr lang="cs-CZ" dirty="0"/>
              <a:t> hard OR (in </a:t>
            </a:r>
            <a:r>
              <a:rPr lang="cs-CZ" dirty="0" err="1"/>
              <a:t>Checkland‘s</a:t>
            </a:r>
            <a:r>
              <a:rPr lang="cs-CZ" dirty="0"/>
              <a:t> </a:t>
            </a:r>
            <a:r>
              <a:rPr lang="cs-CZ" dirty="0" err="1"/>
              <a:t>original</a:t>
            </a:r>
            <a:r>
              <a:rPr lang="cs-CZ" dirty="0"/>
              <a:t> </a:t>
            </a:r>
            <a:r>
              <a:rPr lang="cs-CZ" dirty="0" err="1"/>
              <a:t>work</a:t>
            </a:r>
            <a:r>
              <a:rPr lang="cs-CZ" dirty="0"/>
              <a:t> </a:t>
            </a:r>
            <a:r>
              <a:rPr lang="cs-CZ" dirty="0" err="1"/>
              <a:t>the</a:t>
            </a:r>
            <a:r>
              <a:rPr lang="cs-CZ" dirty="0"/>
              <a:t> </a:t>
            </a:r>
            <a:r>
              <a:rPr lang="cs-CZ" dirty="0" err="1"/>
              <a:t>authors</a:t>
            </a:r>
            <a:r>
              <a:rPr lang="cs-CZ" dirty="0"/>
              <a:t> </a:t>
            </a:r>
            <a:r>
              <a:rPr lang="cs-CZ" dirty="0" err="1"/>
              <a:t>admits</a:t>
            </a:r>
            <a:r>
              <a:rPr lang="cs-CZ" dirty="0"/>
              <a:t> „</a:t>
            </a:r>
            <a:r>
              <a:rPr lang="cs-CZ" dirty="0" err="1"/>
              <a:t>occasionally</a:t>
            </a:r>
            <a:r>
              <a:rPr lang="cs-CZ" dirty="0"/>
              <a:t> </a:t>
            </a:r>
            <a:r>
              <a:rPr lang="cs-CZ" dirty="0" err="1"/>
              <a:t>condense</a:t>
            </a:r>
            <a:r>
              <a:rPr lang="cs-CZ" dirty="0"/>
              <a:t> to“) </a:t>
            </a:r>
          </a:p>
        </p:txBody>
      </p:sp>
    </p:spTree>
    <p:extLst>
      <p:ext uri="{BB962C8B-B14F-4D97-AF65-F5344CB8AC3E}">
        <p14:creationId xmlns:p14="http://schemas.microsoft.com/office/powerpoint/2010/main" val="9242023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ástupný symbol pro obsah 2"/>
          <p:cNvSpPr>
            <a:spLocks noGrp="1"/>
          </p:cNvSpPr>
          <p:nvPr>
            <p:ph sz="quarter" idx="1"/>
          </p:nvPr>
        </p:nvSpPr>
        <p:spPr/>
        <p:txBody>
          <a:bodyPr>
            <a:normAutofit/>
          </a:bodyPr>
          <a:lstStyle/>
          <a:p>
            <a:r>
              <a:rPr lang="cs-CZ" noProof="0" dirty="0" err="1"/>
              <a:t>The</a:t>
            </a:r>
            <a:r>
              <a:rPr lang="cs-CZ" noProof="0" dirty="0"/>
              <a:t> </a:t>
            </a:r>
            <a:r>
              <a:rPr lang="cs-CZ" noProof="0" dirty="0" err="1"/>
              <a:t>goal</a:t>
            </a:r>
            <a:r>
              <a:rPr lang="cs-CZ" noProof="0" dirty="0"/>
              <a:t> </a:t>
            </a:r>
            <a:r>
              <a:rPr lang="cs-CZ" noProof="0" dirty="0" err="1"/>
              <a:t>is</a:t>
            </a:r>
            <a:r>
              <a:rPr lang="cs-CZ" noProof="0" dirty="0"/>
              <a:t> </a:t>
            </a:r>
            <a:r>
              <a:rPr lang="cs-CZ" b="1" noProof="0" dirty="0" err="1"/>
              <a:t>concensus</a:t>
            </a:r>
            <a:r>
              <a:rPr lang="cs-CZ" noProof="0" dirty="0"/>
              <a:t> </a:t>
            </a:r>
            <a:r>
              <a:rPr lang="cs-CZ" noProof="0" dirty="0" err="1"/>
              <a:t>of</a:t>
            </a:r>
            <a:r>
              <a:rPr lang="cs-CZ" noProof="0" dirty="0"/>
              <a:t> </a:t>
            </a:r>
            <a:r>
              <a:rPr lang="cs-CZ" noProof="0" dirty="0" err="1"/>
              <a:t>the</a:t>
            </a:r>
            <a:r>
              <a:rPr lang="cs-CZ" noProof="0" dirty="0"/>
              <a:t> </a:t>
            </a:r>
            <a:r>
              <a:rPr lang="cs-CZ" noProof="0" dirty="0" err="1"/>
              <a:t>stakeholders</a:t>
            </a:r>
            <a:r>
              <a:rPr lang="cs-CZ" noProof="0" dirty="0"/>
              <a:t> but </a:t>
            </a:r>
            <a:r>
              <a:rPr lang="cs-CZ" noProof="0" dirty="0" err="1"/>
              <a:t>it</a:t>
            </a:r>
            <a:r>
              <a:rPr lang="cs-CZ" noProof="0" dirty="0"/>
              <a:t> </a:t>
            </a:r>
            <a:r>
              <a:rPr lang="cs-CZ" noProof="0" dirty="0" err="1"/>
              <a:t>isn‘t</a:t>
            </a:r>
            <a:r>
              <a:rPr lang="cs-CZ" noProof="0" dirty="0"/>
              <a:t> </a:t>
            </a:r>
            <a:r>
              <a:rPr lang="cs-CZ" noProof="0" dirty="0" err="1"/>
              <a:t>necessarily</a:t>
            </a:r>
            <a:r>
              <a:rPr lang="cs-CZ" noProof="0" dirty="0"/>
              <a:t> </a:t>
            </a:r>
            <a:r>
              <a:rPr lang="cs-CZ" noProof="0" dirty="0" err="1"/>
              <a:t>the</a:t>
            </a:r>
            <a:r>
              <a:rPr lang="cs-CZ" noProof="0" dirty="0"/>
              <a:t> </a:t>
            </a:r>
            <a:r>
              <a:rPr lang="cs-CZ" noProof="0" dirty="0" err="1"/>
              <a:t>god</a:t>
            </a:r>
            <a:r>
              <a:rPr lang="cs-CZ" noProof="0" dirty="0"/>
              <a:t> </a:t>
            </a:r>
            <a:r>
              <a:rPr lang="cs-CZ" noProof="0" dirty="0" err="1"/>
              <a:t>thing</a:t>
            </a:r>
            <a:endParaRPr lang="cs-CZ" noProof="0" dirty="0"/>
          </a:p>
          <a:p>
            <a:endParaRPr lang="cs-CZ" dirty="0"/>
          </a:p>
          <a:p>
            <a:r>
              <a:rPr lang="cs-CZ" dirty="0" err="1"/>
              <a:t>For</a:t>
            </a:r>
            <a:r>
              <a:rPr lang="cs-CZ" dirty="0"/>
              <a:t> </a:t>
            </a:r>
            <a:r>
              <a:rPr lang="cs-CZ" dirty="0" err="1"/>
              <a:t>our</a:t>
            </a:r>
            <a:r>
              <a:rPr lang="cs-CZ" dirty="0"/>
              <a:t> </a:t>
            </a:r>
            <a:r>
              <a:rPr lang="cs-CZ" dirty="0" err="1"/>
              <a:t>purposes</a:t>
            </a:r>
            <a:r>
              <a:rPr lang="cs-CZ" dirty="0"/>
              <a:t> </a:t>
            </a:r>
            <a:r>
              <a:rPr lang="cs-CZ" dirty="0" err="1"/>
              <a:t>we</a:t>
            </a:r>
            <a:r>
              <a:rPr lang="cs-CZ" dirty="0"/>
              <a:t> </a:t>
            </a:r>
            <a:r>
              <a:rPr lang="cs-CZ" dirty="0" err="1"/>
              <a:t>will</a:t>
            </a:r>
            <a:r>
              <a:rPr lang="cs-CZ" dirty="0"/>
              <a:t> </a:t>
            </a:r>
            <a:r>
              <a:rPr lang="cs-CZ" dirty="0" err="1"/>
              <a:t>undestand</a:t>
            </a:r>
            <a:r>
              <a:rPr lang="cs-CZ" dirty="0"/>
              <a:t> soft OR as “</a:t>
            </a:r>
            <a:r>
              <a:rPr lang="cs-CZ" i="1" dirty="0" err="1"/>
              <a:t>Problem</a:t>
            </a:r>
            <a:r>
              <a:rPr lang="cs-CZ" i="1" dirty="0"/>
              <a:t> </a:t>
            </a:r>
            <a:r>
              <a:rPr lang="cs-CZ" i="1" dirty="0" err="1"/>
              <a:t>structuring</a:t>
            </a:r>
            <a:r>
              <a:rPr lang="cs-CZ" i="1" dirty="0"/>
              <a:t> </a:t>
            </a:r>
            <a:r>
              <a:rPr lang="cs-CZ" i="1" dirty="0" err="1"/>
              <a:t>methods</a:t>
            </a:r>
            <a:r>
              <a:rPr lang="cs-CZ" dirty="0"/>
              <a:t>“</a:t>
            </a:r>
          </a:p>
          <a:p>
            <a:pPr lvl="1"/>
            <a:r>
              <a:rPr lang="cs-CZ" dirty="0" err="1"/>
              <a:t>i.e</a:t>
            </a:r>
            <a:r>
              <a:rPr lang="cs-CZ" dirty="0"/>
              <a:t>. </a:t>
            </a:r>
            <a:r>
              <a:rPr lang="cs-CZ" dirty="0" err="1"/>
              <a:t>it</a:t>
            </a:r>
            <a:r>
              <a:rPr lang="cs-CZ" dirty="0"/>
              <a:t> </a:t>
            </a:r>
            <a:r>
              <a:rPr lang="cs-CZ" dirty="0" err="1"/>
              <a:t>is</a:t>
            </a:r>
            <a:r>
              <a:rPr lang="cs-CZ" dirty="0"/>
              <a:t> </a:t>
            </a:r>
            <a:r>
              <a:rPr lang="cs-CZ" dirty="0" err="1"/>
              <a:t>important</a:t>
            </a:r>
            <a:r>
              <a:rPr lang="cs-CZ" dirty="0"/>
              <a:t> but </a:t>
            </a:r>
            <a:r>
              <a:rPr lang="cs-CZ" dirty="0" err="1"/>
              <a:t>we</a:t>
            </a:r>
            <a:r>
              <a:rPr lang="cs-CZ" dirty="0"/>
              <a:t> do not </a:t>
            </a:r>
            <a:r>
              <a:rPr lang="cs-CZ" dirty="0" err="1"/>
              <a:t>consider</a:t>
            </a:r>
            <a:r>
              <a:rPr lang="cs-CZ" dirty="0"/>
              <a:t> </a:t>
            </a:r>
            <a:r>
              <a:rPr lang="cs-CZ" dirty="0" err="1"/>
              <a:t>it</a:t>
            </a:r>
            <a:r>
              <a:rPr lang="cs-CZ" dirty="0"/>
              <a:t> </a:t>
            </a:r>
            <a:r>
              <a:rPr lang="cs-CZ" dirty="0" err="1"/>
              <a:t>final</a:t>
            </a:r>
            <a:r>
              <a:rPr lang="cs-CZ" dirty="0"/>
              <a:t> </a:t>
            </a:r>
            <a:r>
              <a:rPr lang="cs-CZ" dirty="0" err="1"/>
              <a:t>solution</a:t>
            </a:r>
            <a:endParaRPr lang="cs-CZ" dirty="0"/>
          </a:p>
          <a:p>
            <a:pPr lvl="1"/>
            <a:r>
              <a:rPr lang="cs-CZ" dirty="0" err="1"/>
              <a:t>We</a:t>
            </a:r>
            <a:r>
              <a:rPr lang="cs-CZ" dirty="0"/>
              <a:t> </a:t>
            </a:r>
            <a:r>
              <a:rPr lang="cs-CZ" dirty="0" err="1"/>
              <a:t>can</a:t>
            </a:r>
            <a:r>
              <a:rPr lang="cs-CZ" dirty="0"/>
              <a:t> use </a:t>
            </a:r>
            <a:r>
              <a:rPr lang="cs-CZ" dirty="0" err="1"/>
              <a:t>it</a:t>
            </a:r>
            <a:r>
              <a:rPr lang="cs-CZ" dirty="0"/>
              <a:t> as </a:t>
            </a:r>
            <a:r>
              <a:rPr lang="cs-CZ" dirty="0" err="1"/>
              <a:t>preparation</a:t>
            </a:r>
            <a:r>
              <a:rPr lang="cs-CZ" dirty="0"/>
              <a:t> </a:t>
            </a:r>
            <a:r>
              <a:rPr lang="cs-CZ" dirty="0" err="1"/>
              <a:t>before</a:t>
            </a:r>
            <a:r>
              <a:rPr lang="cs-CZ" dirty="0"/>
              <a:t> </a:t>
            </a:r>
            <a:r>
              <a:rPr lang="cs-CZ" dirty="0" err="1"/>
              <a:t>application</a:t>
            </a:r>
            <a:r>
              <a:rPr lang="cs-CZ" dirty="0"/>
              <a:t> </a:t>
            </a:r>
            <a:r>
              <a:rPr lang="cs-CZ" dirty="0" err="1"/>
              <a:t>of</a:t>
            </a:r>
            <a:r>
              <a:rPr lang="cs-CZ" dirty="0"/>
              <a:t> hard OR (in </a:t>
            </a:r>
            <a:r>
              <a:rPr lang="cs-CZ" dirty="0" err="1"/>
              <a:t>Checkland‘s</a:t>
            </a:r>
            <a:r>
              <a:rPr lang="cs-CZ" dirty="0"/>
              <a:t> </a:t>
            </a:r>
            <a:r>
              <a:rPr lang="cs-CZ" dirty="0" err="1"/>
              <a:t>original</a:t>
            </a:r>
            <a:r>
              <a:rPr lang="cs-CZ" dirty="0"/>
              <a:t> </a:t>
            </a:r>
            <a:r>
              <a:rPr lang="cs-CZ" dirty="0" err="1"/>
              <a:t>work</a:t>
            </a:r>
            <a:r>
              <a:rPr lang="cs-CZ" dirty="0"/>
              <a:t> </a:t>
            </a:r>
            <a:r>
              <a:rPr lang="cs-CZ" dirty="0" err="1"/>
              <a:t>the</a:t>
            </a:r>
            <a:r>
              <a:rPr lang="cs-CZ" dirty="0"/>
              <a:t> </a:t>
            </a:r>
            <a:r>
              <a:rPr lang="cs-CZ" dirty="0" err="1"/>
              <a:t>authors</a:t>
            </a:r>
            <a:r>
              <a:rPr lang="cs-CZ" dirty="0"/>
              <a:t> </a:t>
            </a:r>
            <a:r>
              <a:rPr lang="cs-CZ" dirty="0" err="1"/>
              <a:t>admits</a:t>
            </a:r>
            <a:r>
              <a:rPr lang="cs-CZ" dirty="0"/>
              <a:t> „</a:t>
            </a:r>
            <a:r>
              <a:rPr lang="cs-CZ" dirty="0" err="1"/>
              <a:t>occasionally</a:t>
            </a:r>
            <a:r>
              <a:rPr lang="cs-CZ" dirty="0"/>
              <a:t> </a:t>
            </a:r>
            <a:r>
              <a:rPr lang="cs-CZ" dirty="0" err="1"/>
              <a:t>condense</a:t>
            </a:r>
            <a:r>
              <a:rPr lang="cs-CZ" dirty="0"/>
              <a:t> to“) </a:t>
            </a:r>
          </a:p>
        </p:txBody>
      </p:sp>
    </p:spTree>
    <p:extLst>
      <p:ext uri="{BB962C8B-B14F-4D97-AF65-F5344CB8AC3E}">
        <p14:creationId xmlns:p14="http://schemas.microsoft.com/office/powerpoint/2010/main" val="33041832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body" sz="quarter" idx="12"/>
          </p:nvPr>
        </p:nvSpPr>
        <p:spPr>
          <a:xfrm>
            <a:off x="722376" y="1116698"/>
            <a:ext cx="7699248" cy="2904067"/>
          </a:xfrm>
        </p:spPr>
        <p:txBody>
          <a:bodyPr anchor="ctr">
            <a:normAutofit/>
          </a:bodyPr>
          <a:lstStyle/>
          <a:p>
            <a:pPr>
              <a:spcAft>
                <a:spcPts val="600"/>
              </a:spcAft>
            </a:pPr>
            <a:r>
              <a:rPr lang="cs-CZ" dirty="0" err="1"/>
              <a:t>Thank</a:t>
            </a:r>
            <a:r>
              <a:rPr lang="cs-CZ" dirty="0"/>
              <a:t> </a:t>
            </a:r>
            <a:r>
              <a:rPr lang="cs-CZ" dirty="0" err="1"/>
              <a:t>you</a:t>
            </a:r>
            <a:r>
              <a:rPr lang="cs-CZ" dirty="0"/>
              <a:t> </a:t>
            </a:r>
            <a:r>
              <a:rPr lang="cs-CZ" dirty="0" err="1"/>
              <a:t>for</a:t>
            </a:r>
            <a:r>
              <a:rPr lang="cs-CZ" dirty="0"/>
              <a:t> </a:t>
            </a:r>
            <a:r>
              <a:rPr lang="cs-CZ" dirty="0" err="1"/>
              <a:t>your</a:t>
            </a:r>
            <a:r>
              <a:rPr lang="cs-CZ" dirty="0"/>
              <a:t> </a:t>
            </a:r>
            <a:r>
              <a:rPr lang="cs-CZ" dirty="0" err="1"/>
              <a:t>attention</a:t>
            </a:r>
            <a:r>
              <a:rPr lang="cs-CZ" dirty="0"/>
              <a:t>.</a:t>
            </a:r>
            <a:endParaRPr lang="en-US"/>
          </a:p>
        </p:txBody>
      </p:sp>
      <p:sp>
        <p:nvSpPr>
          <p:cNvPr id="3" name="Zástupný symbol pro obsah 2"/>
          <p:cNvSpPr>
            <a:spLocks noGrp="1"/>
          </p:cNvSpPr>
          <p:nvPr>
            <p:ph type="body" sz="quarter" idx="11"/>
          </p:nvPr>
        </p:nvSpPr>
        <p:spPr>
          <a:xfrm>
            <a:off x="3043719" y="4403630"/>
            <a:ext cx="3056562" cy="652774"/>
          </a:xfrm>
        </p:spPr>
        <p:txBody>
          <a:bodyPr>
            <a:normAutofit/>
          </a:bodyPr>
          <a:lstStyle/>
          <a:p>
            <a:pPr lvl="2" algn="ctr"/>
            <a:endParaRPr lang="en-GB" sz="1600" noProof="0">
              <a:solidFill>
                <a:schemeClr val="bg1"/>
              </a:solidFill>
            </a:endParaRPr>
          </a:p>
          <a:p>
            <a:pPr lvl="1" algn="ctr"/>
            <a:endParaRPr lang="en-GB" sz="1600" noProof="0">
              <a:solidFill>
                <a:schemeClr val="bg1"/>
              </a:solidFill>
            </a:endParaRPr>
          </a:p>
          <a:p>
            <a:endParaRPr lang="en-GB" noProof="0" dirty="0"/>
          </a:p>
        </p:txBody>
      </p:sp>
    </p:spTree>
    <p:extLst>
      <p:ext uri="{BB962C8B-B14F-4D97-AF65-F5344CB8AC3E}">
        <p14:creationId xmlns:p14="http://schemas.microsoft.com/office/powerpoint/2010/main" val="2803932494"/>
      </p:ext>
    </p:extLst>
  </p:cSld>
  <p:clrMapOvr>
    <a:masterClrMapping/>
  </p:clrMapOvr>
</p:sld>
</file>

<file path=ppt/theme/theme1.xml><?xml version="1.0" encoding="utf-8"?>
<a:theme xmlns:a="http://schemas.openxmlformats.org/drawingml/2006/main" name="Motiv1">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tiv1" id="{B0B25E39-7186-46C5-9D39-950CFB3AB267}" vid="{2449E244-AD5F-4BB9-8A5A-7BFBD4B00EA6}"/>
    </a:ext>
  </a:extLst>
</a:theme>
</file>

<file path=ppt/theme/theme2.xml><?xml version="1.0" encoding="utf-8"?>
<a:theme xmlns:a="http://schemas.openxmlformats.org/drawingml/2006/main" name="Motiv sady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Motiv1</Template>
  <TotalTime>0</TotalTime>
  <Words>3918</Words>
  <Application>Microsoft Office PowerPoint</Application>
  <PresentationFormat>Předvádění na obrazovce (4:3)</PresentationFormat>
  <Paragraphs>611</Paragraphs>
  <Slides>53</Slides>
  <Notes>40</Notes>
  <HiddenSlides>0</HiddenSlides>
  <MMClips>0</MMClips>
  <ScaleCrop>false</ScaleCrop>
  <HeadingPairs>
    <vt:vector size="6" baseType="variant">
      <vt:variant>
        <vt:lpstr>Použitá písma</vt:lpstr>
      </vt:variant>
      <vt:variant>
        <vt:i4>8</vt:i4>
      </vt:variant>
      <vt:variant>
        <vt:lpstr>Motiv</vt:lpstr>
      </vt:variant>
      <vt:variant>
        <vt:i4>1</vt:i4>
      </vt:variant>
      <vt:variant>
        <vt:lpstr>Nadpisy snímků</vt:lpstr>
      </vt:variant>
      <vt:variant>
        <vt:i4>53</vt:i4>
      </vt:variant>
    </vt:vector>
  </HeadingPairs>
  <TitlesOfParts>
    <vt:vector size="62" baseType="lpstr">
      <vt:lpstr>Arial</vt:lpstr>
      <vt:lpstr>Calibri</vt:lpstr>
      <vt:lpstr>Comic Sans MS</vt:lpstr>
      <vt:lpstr>Roboto</vt:lpstr>
      <vt:lpstr>Roboto Black</vt:lpstr>
      <vt:lpstr>Roboto Medium</vt:lpstr>
      <vt:lpstr>Wingdings</vt:lpstr>
      <vt:lpstr>Wingdings 2</vt:lpstr>
      <vt:lpstr>Motiv1</vt:lpstr>
      <vt:lpstr>Prezentace aplikace PowerPoint</vt:lpstr>
      <vt:lpstr>System</vt:lpstr>
      <vt:lpstr>System</vt:lpstr>
      <vt:lpstr>System</vt:lpstr>
      <vt:lpstr>System</vt:lpstr>
      <vt:lpstr>System</vt:lpstr>
      <vt:lpstr>System</vt:lpstr>
      <vt:lpstr>System</vt:lpstr>
      <vt:lpstr>System</vt:lpstr>
      <vt:lpstr>Complexity</vt:lpstr>
      <vt:lpstr>Basic Atributes of Complex System</vt:lpstr>
      <vt:lpstr>Basic Atributes of Complex System</vt:lpstr>
      <vt:lpstr>Basic Atributes of Complex System</vt:lpstr>
      <vt:lpstr>Complexity - example</vt:lpstr>
      <vt:lpstr>Complexity</vt:lpstr>
      <vt:lpstr>System classification</vt:lpstr>
      <vt:lpstr>System classification</vt:lpstr>
      <vt:lpstr>Boulding's Classification of Systems</vt:lpstr>
      <vt:lpstr>Boulding's Classification of Systems</vt:lpstr>
      <vt:lpstr>Boulding's Classification of Systems</vt:lpstr>
      <vt:lpstr>Boulding's Classification of Systems</vt:lpstr>
      <vt:lpstr>Boulding's Classification of Systems</vt:lpstr>
      <vt:lpstr>Ackoff‘s Classification of Systems</vt:lpstr>
      <vt:lpstr>System thinking</vt:lpstr>
      <vt:lpstr>System thinking</vt:lpstr>
      <vt:lpstr>Prezentace aplikace PowerPoint</vt:lpstr>
      <vt:lpstr>Prezentace aplikace PowerPoint</vt:lpstr>
      <vt:lpstr>System science</vt:lpstr>
      <vt:lpstr>System science</vt:lpstr>
      <vt:lpstr>Systems science</vt:lpstr>
      <vt:lpstr>Some theoretical frameworks (I)</vt:lpstr>
      <vt:lpstr>Some theoretical frameworks (II)</vt:lpstr>
      <vt:lpstr>Some theoretical frameworks (III)</vt:lpstr>
      <vt:lpstr>Some theoretical frameworks (IV)</vt:lpstr>
      <vt:lpstr>Some theoretical frameworks (V)</vt:lpstr>
      <vt:lpstr>Problem </vt:lpstr>
      <vt:lpstr>Operations Research</vt:lpstr>
      <vt:lpstr>Soft OR</vt:lpstr>
      <vt:lpstr>SOFT OR vs. HARD OR</vt:lpstr>
      <vt:lpstr>Soft Systems Methology</vt:lpstr>
      <vt:lpstr>Example of Soft OR:  Soft Systems Methodology </vt:lpstr>
      <vt:lpstr>SSM - Stages 1 and 2</vt:lpstr>
      <vt:lpstr>SSM - Stages 1 and 2</vt:lpstr>
      <vt:lpstr>SSM - Stages 1 and 2</vt:lpstr>
      <vt:lpstr>SSM - Stages 1 and 2</vt:lpstr>
      <vt:lpstr>Prezentace aplikace PowerPoint</vt:lpstr>
      <vt:lpstr>SSM - Stage 3</vt:lpstr>
      <vt:lpstr>SSM - Stage 3</vt:lpstr>
      <vt:lpstr>SSM – Stage 4</vt:lpstr>
      <vt:lpstr>SSM – Stages 5 - 7</vt:lpstr>
      <vt:lpstr>Soft OR - criticism</vt:lpstr>
      <vt:lpstr>Prezentace aplikace PowerPoint</vt:lpstr>
      <vt:lpstr>Prezentace aplikace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Research and System Analysis</dc:title>
  <dc:creator>krejcii</dc:creator>
  <cp:lastModifiedBy>Horáková Tereza</cp:lastModifiedBy>
  <cp:revision>244</cp:revision>
  <dcterms:created xsi:type="dcterms:W3CDTF">2012-01-18T09:02:27Z</dcterms:created>
  <dcterms:modified xsi:type="dcterms:W3CDTF">2024-10-28T22:55:14Z</dcterms:modified>
</cp:coreProperties>
</file>