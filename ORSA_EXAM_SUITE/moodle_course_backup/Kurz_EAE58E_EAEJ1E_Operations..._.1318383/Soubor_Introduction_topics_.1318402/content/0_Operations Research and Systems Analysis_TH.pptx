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9144000" cy="6858000" type="screen4x3"/>
  <p:notesSz cx="6797675" cy="9928225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92" autoAdjust="0"/>
  </p:normalViewPr>
  <p:slideViewPr>
    <p:cSldViewPr>
      <p:cViewPr varScale="1">
        <p:scale>
          <a:sx n="98" d="100"/>
          <a:sy n="98" d="100"/>
        </p:scale>
        <p:origin x="157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DF4BB-19E4-4249-AD4F-E9648CF8E63C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795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227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We will focus</a:t>
            </a:r>
            <a:r>
              <a:rPr lang="en-GB" baseline="0" noProof="0" dirty="0"/>
              <a:t> on SW support in 40% of time</a:t>
            </a:r>
          </a:p>
          <a:p>
            <a:r>
              <a:rPr lang="en-GB" baseline="0" noProof="0" dirty="0"/>
              <a:t>One lesson will be probably with foreign professor </a:t>
            </a:r>
          </a:p>
          <a:p>
            <a:r>
              <a:rPr lang="en-GB" baseline="0" noProof="0" dirty="0"/>
              <a:t>I recommend to use your laptops – PCs at classroom are in Czech language</a:t>
            </a:r>
            <a:endParaRPr lang="en-GB" noProof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99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Resit</a:t>
            </a:r>
            <a:r>
              <a:rPr lang="cs-CZ" baseline="0" dirty="0"/>
              <a:t> test … much </a:t>
            </a:r>
            <a:r>
              <a:rPr lang="cs-CZ" baseline="0" dirty="0" err="1"/>
              <a:t>harder</a:t>
            </a:r>
            <a:r>
              <a:rPr lang="cs-CZ" baseline="0" dirty="0"/>
              <a:t>!!!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053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75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3B380345-CCAE-425B-84AF-F7C4AF4F1F46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06979DCA-0A97-1B2C-24D4-9C0EB596B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en-US"/>
              <a:t>Click icon to add picture</a:t>
            </a:r>
            <a:endParaRPr lang="cs-CZ" dirty="0"/>
          </a:p>
        </p:txBody>
      </p:sp>
      <p:sp>
        <p:nvSpPr>
          <p:cNvPr id="2" name="Obdélník 9">
            <a:extLst>
              <a:ext uri="{FF2B5EF4-FFF2-40B4-BE49-F238E27FC236}">
                <a16:creationId xmlns:a16="http://schemas.microsoft.com/office/drawing/2014/main" id="{8E954F71-F52D-9455-910E-0E93C7FD2006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4" name="TextovéPole 19">
            <a:extLst>
              <a:ext uri="{FF2B5EF4-FFF2-40B4-BE49-F238E27FC236}">
                <a16:creationId xmlns:a16="http://schemas.microsoft.com/office/drawing/2014/main" id="{7E7DFD2A-2AE2-B19B-4ED9-7C9BF6F072C4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5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B6140BF4-DB48-C374-8222-CD45450731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sp>
        <p:nvSpPr>
          <p:cNvPr id="6" name="TextovéPole 11">
            <a:extLst>
              <a:ext uri="{FF2B5EF4-FFF2-40B4-BE49-F238E27FC236}">
                <a16:creationId xmlns:a16="http://schemas.microsoft.com/office/drawing/2014/main" id="{FDE81567-E814-051A-9214-8BD8D2388E0A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Zástupný symbol pro text 3">
            <a:extLst>
              <a:ext uri="{FF2B5EF4-FFF2-40B4-BE49-F238E27FC236}">
                <a16:creationId xmlns:a16="http://schemas.microsoft.com/office/drawing/2014/main" id="{C30D61F3-90B7-43CF-880F-069FB4EA92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1AF5AA6-579A-4615-B90C-443973991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6C8C6EF-321C-4508-8C7B-F64FDDB4378B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0" name="Zástupný symbol pro text 4">
            <a:extLst>
              <a:ext uri="{FF2B5EF4-FFF2-40B4-BE49-F238E27FC236}">
                <a16:creationId xmlns:a16="http://schemas.microsoft.com/office/drawing/2014/main" id="{3F69D076-36AF-4C9E-BDC4-3BDC9A2BD7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C9A7634-D866-4FF1-6F3A-D81F483C755E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5A1F9CB-FB7B-CB53-A7B0-F7252C45E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pic>
        <p:nvPicPr>
          <p:cNvPr id="5" name="Obrázek 2">
            <a:extLst>
              <a:ext uri="{FF2B5EF4-FFF2-40B4-BE49-F238E27FC236}">
                <a16:creationId xmlns:a16="http://schemas.microsoft.com/office/drawing/2014/main" id="{6BCF301D-7CBA-2F6B-918D-9624FDD88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6" name="Obdélník 13">
            <a:extLst>
              <a:ext uri="{FF2B5EF4-FFF2-40B4-BE49-F238E27FC236}">
                <a16:creationId xmlns:a16="http://schemas.microsoft.com/office/drawing/2014/main" id="{E651BA4C-4BB6-014C-F7FB-BA2B6E1E0D58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17">
            <a:extLst>
              <a:ext uri="{FF2B5EF4-FFF2-40B4-BE49-F238E27FC236}">
                <a16:creationId xmlns:a16="http://schemas.microsoft.com/office/drawing/2014/main" id="{0E36D537-3296-ACF6-CB65-B8CF0F4D70F4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A53D38A4-9058-8D88-6569-2C10E11167CF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9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315D1155-8C48-6999-2342-D134AE80E4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2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1" name="Zástupný symbol pro text 3">
            <a:extLst>
              <a:ext uri="{FF2B5EF4-FFF2-40B4-BE49-F238E27FC236}">
                <a16:creationId xmlns:a16="http://schemas.microsoft.com/office/drawing/2014/main" id="{895519EE-A249-4A36-A296-FA07F9239F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4517EEB-1C70-4D35-9F6E-E1F676CC0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17E8F43-B6A0-4B99-A81E-5AFF404CB882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Zástupný symbol pro text 4">
            <a:extLst>
              <a:ext uri="{FF2B5EF4-FFF2-40B4-BE49-F238E27FC236}">
                <a16:creationId xmlns:a16="http://schemas.microsoft.com/office/drawing/2014/main" id="{13FF76E4-4A6B-4A27-BBF4-7EF946EB15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9B5717E-5AAF-62F7-7261-FC86E8B6175C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6BFE011F-FB4F-F62F-F843-98933325E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pic>
        <p:nvPicPr>
          <p:cNvPr id="4" name="Obrázek 4">
            <a:extLst>
              <a:ext uri="{FF2B5EF4-FFF2-40B4-BE49-F238E27FC236}">
                <a16:creationId xmlns:a16="http://schemas.microsoft.com/office/drawing/2014/main" id="{96D45DCD-926C-72F0-AFA0-EE493D73B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6" name="Obdélník 18">
            <a:extLst>
              <a:ext uri="{FF2B5EF4-FFF2-40B4-BE49-F238E27FC236}">
                <a16:creationId xmlns:a16="http://schemas.microsoft.com/office/drawing/2014/main" id="{DA59FE84-17E6-7FCF-C908-A018ADB26388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15">
            <a:extLst>
              <a:ext uri="{FF2B5EF4-FFF2-40B4-BE49-F238E27FC236}">
                <a16:creationId xmlns:a16="http://schemas.microsoft.com/office/drawing/2014/main" id="{0D5E8198-B85D-8F1A-5D00-43021E21F3E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50ABFED2-625E-B102-C74E-7C0C0E7215CA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9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5969638D-ED08-F2DD-E425-A249919B4D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6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1" name="Zástupný symbol pro text 3">
            <a:extLst>
              <a:ext uri="{FF2B5EF4-FFF2-40B4-BE49-F238E27FC236}">
                <a16:creationId xmlns:a16="http://schemas.microsoft.com/office/drawing/2014/main" id="{01F2008E-1CED-40C4-B288-0D90D454CF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99A6E98-C114-4BB6-B370-953CBC2A0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59B70AA-B5D2-416A-98DC-E8493E22924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Zástupný symbol pro text 4">
            <a:extLst>
              <a:ext uri="{FF2B5EF4-FFF2-40B4-BE49-F238E27FC236}">
                <a16:creationId xmlns:a16="http://schemas.microsoft.com/office/drawing/2014/main" id="{C09A607D-A008-4DE6-B09C-2299B2E854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5CAB06B-751B-288A-37C1-22D2C88944D9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565E3EF1-2F7D-FEE0-9AC9-C4E133FF0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pic>
        <p:nvPicPr>
          <p:cNvPr id="5" name="Obrázek 2">
            <a:extLst>
              <a:ext uri="{FF2B5EF4-FFF2-40B4-BE49-F238E27FC236}">
                <a16:creationId xmlns:a16="http://schemas.microsoft.com/office/drawing/2014/main" id="{A60A12A1-D8EA-3DAE-AFFD-F13CE38F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6" name="Obdélník 18">
            <a:extLst>
              <a:ext uri="{FF2B5EF4-FFF2-40B4-BE49-F238E27FC236}">
                <a16:creationId xmlns:a16="http://schemas.microsoft.com/office/drawing/2014/main" id="{B2AC70E4-A427-7DEF-6BF9-D2CFE29DBB48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15">
            <a:extLst>
              <a:ext uri="{FF2B5EF4-FFF2-40B4-BE49-F238E27FC236}">
                <a16:creationId xmlns:a16="http://schemas.microsoft.com/office/drawing/2014/main" id="{A8375F6A-5D15-21BF-D2BA-C0690FE5F354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C6F17A91-DCB0-9B8E-32C7-A380DE0B4D01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9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10788FF3-F71A-28E1-1B5E-FAB9148897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Zástupný symbol pro text 3">
            <a:extLst>
              <a:ext uri="{FF2B5EF4-FFF2-40B4-BE49-F238E27FC236}">
                <a16:creationId xmlns:a16="http://schemas.microsoft.com/office/drawing/2014/main" id="{F0012F0B-8EDC-4702-A40F-F59B62894D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7C92868-0E6F-48DD-97AA-B5F51958B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8536B219-4E97-446E-A7CB-06E65F3A80EF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0" name="Zástupný symbol pro text 4">
            <a:extLst>
              <a:ext uri="{FF2B5EF4-FFF2-40B4-BE49-F238E27FC236}">
                <a16:creationId xmlns:a16="http://schemas.microsoft.com/office/drawing/2014/main" id="{EC7A36CF-DE0C-4856-8CF5-76AE12FA08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5A365D41-9F3F-35B0-846F-CFB41A7B07B6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2BFCBB1E-8530-FA52-4D5A-91C12B261A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pic>
        <p:nvPicPr>
          <p:cNvPr id="5" name="Obrázek 2">
            <a:extLst>
              <a:ext uri="{FF2B5EF4-FFF2-40B4-BE49-F238E27FC236}">
                <a16:creationId xmlns:a16="http://schemas.microsoft.com/office/drawing/2014/main" id="{B57F2C64-2685-649F-4085-3193C795C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6" name="Obdélník 13">
            <a:extLst>
              <a:ext uri="{FF2B5EF4-FFF2-40B4-BE49-F238E27FC236}">
                <a16:creationId xmlns:a16="http://schemas.microsoft.com/office/drawing/2014/main" id="{568E89A4-02D0-6251-1C5F-5229C96F7A3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17">
            <a:extLst>
              <a:ext uri="{FF2B5EF4-FFF2-40B4-BE49-F238E27FC236}">
                <a16:creationId xmlns:a16="http://schemas.microsoft.com/office/drawing/2014/main" id="{200A2854-98C0-171C-A952-F91EDD9AC729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CF255E80-AFAA-92A1-2FE5-63998B927C40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9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54D5EB46-E50F-3760-B012-666000EDD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FDC7D46E-1BD6-D9DE-880E-D64D63EFA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01BA7F26-10C4-A314-03BA-283375542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sp>
        <p:nvSpPr>
          <p:cNvPr id="5" name="Obdélník 3">
            <a:extLst>
              <a:ext uri="{FF2B5EF4-FFF2-40B4-BE49-F238E27FC236}">
                <a16:creationId xmlns:a16="http://schemas.microsoft.com/office/drawing/2014/main" id="{23B13851-227E-68BE-611C-0A8A26220F7E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</p:spTree>
    <p:extLst>
      <p:ext uri="{BB962C8B-B14F-4D97-AF65-F5344CB8AC3E}">
        <p14:creationId xmlns:p14="http://schemas.microsoft.com/office/powerpoint/2010/main" val="220022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F6ABE82E-B974-9D55-23EB-156B576C69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sp>
        <p:nvSpPr>
          <p:cNvPr id="3" name="Obdélník 3">
            <a:extLst>
              <a:ext uri="{FF2B5EF4-FFF2-40B4-BE49-F238E27FC236}">
                <a16:creationId xmlns:a16="http://schemas.microsoft.com/office/drawing/2014/main" id="{9C2B0FE5-549D-31D6-2DDF-F63F2889690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pic>
        <p:nvPicPr>
          <p:cNvPr id="5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1F27917B-91AD-1B1B-0CAE-DB451BA11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9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4AC0C192-25F2-665B-E704-2A9AD12B56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pic>
        <p:nvPicPr>
          <p:cNvPr id="3" name="Obrázek 4">
            <a:extLst>
              <a:ext uri="{FF2B5EF4-FFF2-40B4-BE49-F238E27FC236}">
                <a16:creationId xmlns:a16="http://schemas.microsoft.com/office/drawing/2014/main" id="{9670FDF1-34EB-9A7C-177D-3B7A187BF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pic>
        <p:nvPicPr>
          <p:cNvPr id="4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8350D874-1DC2-6F62-79DC-EC4DC1C6F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rgbClr val="C80C0F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1E929A4E-D1C8-9BD6-9800-6D96C4989D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pic>
        <p:nvPicPr>
          <p:cNvPr id="4" name="Obrázek 1">
            <a:extLst>
              <a:ext uri="{FF2B5EF4-FFF2-40B4-BE49-F238E27FC236}">
                <a16:creationId xmlns:a16="http://schemas.microsoft.com/office/drawing/2014/main" id="{983B9543-0FEC-7F00-9172-B210E63AA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pic>
        <p:nvPicPr>
          <p:cNvPr id="5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20D940DB-C6A9-B468-CC71-5AC5AB2566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5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FEEA87D8-4529-810F-BE32-6DF495DFA1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pic>
        <p:nvPicPr>
          <p:cNvPr id="4" name="Obrázek 2">
            <a:extLst>
              <a:ext uri="{FF2B5EF4-FFF2-40B4-BE49-F238E27FC236}">
                <a16:creationId xmlns:a16="http://schemas.microsoft.com/office/drawing/2014/main" id="{1E6C2825-E454-0701-37BC-17069092A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pic>
        <p:nvPicPr>
          <p:cNvPr id="5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88802A0B-6D78-3B87-C027-FD5448CED0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1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cs-CZ"/>
          </a:p>
        </p:txBody>
      </p:sp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2FC3EF01-93C1-B44D-5492-04AF9B918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pic>
        <p:nvPicPr>
          <p:cNvPr id="3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2DA281DB-25A8-A54E-765A-93C7E0AC65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1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75F0B877-008E-B3EC-F3C2-9DA10051C627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6" name="Obrázek 8">
            <a:extLst>
              <a:ext uri="{FF2B5EF4-FFF2-40B4-BE49-F238E27FC236}">
                <a16:creationId xmlns:a16="http://schemas.microsoft.com/office/drawing/2014/main" id="{97AEFB85-7B57-2BA8-7632-3A2CEA550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7" name="TextovéPole 16">
            <a:extLst>
              <a:ext uri="{FF2B5EF4-FFF2-40B4-BE49-F238E27FC236}">
                <a16:creationId xmlns:a16="http://schemas.microsoft.com/office/drawing/2014/main" id="{BC622A1B-BEC2-12CD-9CC3-6E1284A30B60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8" name="TextovéPole 18">
            <a:extLst>
              <a:ext uri="{FF2B5EF4-FFF2-40B4-BE49-F238E27FC236}">
                <a16:creationId xmlns:a16="http://schemas.microsoft.com/office/drawing/2014/main" id="{6F74ACCE-7A72-65D8-0394-F3ADC727EBB5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0" name="TextovéPole 11">
            <a:extLst>
              <a:ext uri="{FF2B5EF4-FFF2-40B4-BE49-F238E27FC236}">
                <a16:creationId xmlns:a16="http://schemas.microsoft.com/office/drawing/2014/main" id="{2328D2EF-C98D-8899-D025-6CF69CDED47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11" name="TextovéPole 1">
            <a:extLst>
              <a:ext uri="{FF2B5EF4-FFF2-40B4-BE49-F238E27FC236}">
                <a16:creationId xmlns:a16="http://schemas.microsoft.com/office/drawing/2014/main" id="{98AC2482-20F1-74DF-E7FE-1EDC73E27454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528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6" name="Zástupný text 2">
            <a:extLst>
              <a:ext uri="{FF2B5EF4-FFF2-40B4-BE49-F238E27FC236}">
                <a16:creationId xmlns:a16="http://schemas.microsoft.com/office/drawing/2014/main" id="{BB178E38-53D5-4ED5-BCDF-CD9472116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DA2A37BC-2D12-497A-9B40-082D0BAC60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F41F6B79-4588-4D6D-82B2-B04A9AA1A60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DE50B533-EA2F-4337-9ACE-6D71CA6F69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84313580-2146-45A6-BF8F-A02BBFE43B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AAB328CC-139C-4DAC-A1E8-56ECAB5A9FB4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DEB2317-C159-0119-F719-0A9FD2393E1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77756DA-2C9B-6D96-1E7B-FA74DE80158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D9F0F8ED-BA1A-BCDD-180B-56B70F5A1CFC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6" name="TextovéPole 19">
            <a:extLst>
              <a:ext uri="{FF2B5EF4-FFF2-40B4-BE49-F238E27FC236}">
                <a16:creationId xmlns:a16="http://schemas.microsoft.com/office/drawing/2014/main" id="{B195DF22-337B-4DFA-6336-9F150FA8020E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TextovéPole 23">
            <a:extLst>
              <a:ext uri="{FF2B5EF4-FFF2-40B4-BE49-F238E27FC236}">
                <a16:creationId xmlns:a16="http://schemas.microsoft.com/office/drawing/2014/main" id="{9410FFE5-30E1-DA9D-034A-ADF1A661B638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65B75C9A-7C9C-00E7-44B3-A448077FFA5D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9" name="TextovéPole 2">
            <a:extLst>
              <a:ext uri="{FF2B5EF4-FFF2-40B4-BE49-F238E27FC236}">
                <a16:creationId xmlns:a16="http://schemas.microsoft.com/office/drawing/2014/main" id="{B2F25DB4-FEF4-F930-2D6F-85577A4A1BB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545747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cs-CZ" dirty="0"/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6270BEB9-360D-46DE-8E40-EDF781D6B4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CF506137-7033-4A7B-BC41-AE5C997F28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A22D4412-7305-48AD-B1E7-80B83D299A47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4" name="Zástupný symbol pro text 6">
            <a:extLst>
              <a:ext uri="{FF2B5EF4-FFF2-40B4-BE49-F238E27FC236}">
                <a16:creationId xmlns:a16="http://schemas.microsoft.com/office/drawing/2014/main" id="{D6BF3E10-D202-4255-8325-70860A8478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6153944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Zástupný symbol pro text 13">
            <a:extLst>
              <a:ext uri="{FF2B5EF4-FFF2-40B4-BE49-F238E27FC236}">
                <a16:creationId xmlns:a16="http://schemas.microsoft.com/office/drawing/2014/main" id="{BD36624B-4382-46EB-AD7F-6EB4571C0B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6153944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F4C171EA-99E7-42E5-B16C-B75F8A4F8A9B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F28847C1-CB44-BC83-413E-F1E313E9FF4A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736FA3F-CDD6-37EA-F875-A7613CB7974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C1330ECE-C889-617D-34D4-8129518704E3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6" name="TextovéPole 21">
            <a:extLst>
              <a:ext uri="{FF2B5EF4-FFF2-40B4-BE49-F238E27FC236}">
                <a16:creationId xmlns:a16="http://schemas.microsoft.com/office/drawing/2014/main" id="{FC260BB0-8981-B5F6-3375-1C115399DFA8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TextovéPole 25">
            <a:extLst>
              <a:ext uri="{FF2B5EF4-FFF2-40B4-BE49-F238E27FC236}">
                <a16:creationId xmlns:a16="http://schemas.microsoft.com/office/drawing/2014/main" id="{E76AE587-802D-BEC8-2480-E2FA87D142A4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B3EA851C-41A2-1C9A-A7C3-AB49DFB81EC7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9" name="TextovéPole 2">
            <a:extLst>
              <a:ext uri="{FF2B5EF4-FFF2-40B4-BE49-F238E27FC236}">
                <a16:creationId xmlns:a16="http://schemas.microsoft.com/office/drawing/2014/main" id="{B536EC1A-A38D-5623-8FFC-4721396DA4C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816441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33E62344-C0CF-4D89-8E6E-304EBF326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1F29AA84-EC83-4262-BC8D-EA5AE1F1DE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4B97A7D6-F28C-4BB7-BE77-244F20924962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Zástupný symbol pro text 6">
            <a:extLst>
              <a:ext uri="{FF2B5EF4-FFF2-40B4-BE49-F238E27FC236}">
                <a16:creationId xmlns:a16="http://schemas.microsoft.com/office/drawing/2014/main" id="{390E65AD-0FF8-4B5D-B01D-1707C5B86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Zástupný symbol pro text 13">
            <a:extLst>
              <a:ext uri="{FF2B5EF4-FFF2-40B4-BE49-F238E27FC236}">
                <a16:creationId xmlns:a16="http://schemas.microsoft.com/office/drawing/2014/main" id="{61CA3786-FD6F-4B60-A29F-73678F6CA7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DDC62C33-88CC-43B5-BF9D-FDD04DEF88E5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E504FB8F-81C2-83EF-FF2A-DB9381B69A17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DBC6DD9-A28B-9B13-5D26-BE6C2517568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0DFADE27-BC58-AEFD-68A6-D96C8F51A56C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6" name="Obrázek 8">
            <a:extLst>
              <a:ext uri="{FF2B5EF4-FFF2-40B4-BE49-F238E27FC236}">
                <a16:creationId xmlns:a16="http://schemas.microsoft.com/office/drawing/2014/main" id="{F2AD0A46-8F75-F1BD-CB82-B33D5557C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7" name="TextovéPole 20">
            <a:extLst>
              <a:ext uri="{FF2B5EF4-FFF2-40B4-BE49-F238E27FC236}">
                <a16:creationId xmlns:a16="http://schemas.microsoft.com/office/drawing/2014/main" id="{30713B85-937A-5564-8CD2-B5A53742AD57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TextovéPole 24">
            <a:extLst>
              <a:ext uri="{FF2B5EF4-FFF2-40B4-BE49-F238E27FC236}">
                <a16:creationId xmlns:a16="http://schemas.microsoft.com/office/drawing/2014/main" id="{D2D95351-D9A5-2E78-1D9F-80CF2C31CF31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0" name="TextovéPole 1">
            <a:extLst>
              <a:ext uri="{FF2B5EF4-FFF2-40B4-BE49-F238E27FC236}">
                <a16:creationId xmlns:a16="http://schemas.microsoft.com/office/drawing/2014/main" id="{732BE26A-5C46-B78E-B936-8E8B5DA0677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1" name="TextovéPole 2">
            <a:extLst>
              <a:ext uri="{FF2B5EF4-FFF2-40B4-BE49-F238E27FC236}">
                <a16:creationId xmlns:a16="http://schemas.microsoft.com/office/drawing/2014/main" id="{32F8A547-480E-CA00-AEAE-FABF804389D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606482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6" name="Zástupný text 2">
            <a:extLst>
              <a:ext uri="{FF2B5EF4-FFF2-40B4-BE49-F238E27FC236}">
                <a16:creationId xmlns:a16="http://schemas.microsoft.com/office/drawing/2014/main" id="{AD808877-304B-4BD1-90D2-71161B4929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BA011CF5-BC51-4727-95D0-FF57F7C7DA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8E937500-B0F9-422B-A49A-7F76B2D990C0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AB723170-8F46-4CD4-9F32-67C65839FD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09C4DCAA-E65F-4469-B504-D0C9B81904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3810FC74-4375-4360-9D88-02C20E2D2B23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735F5C7-92BB-6AE2-525B-2B466D94762F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22653E5-7530-FB36-82F8-E6F056C2F3D3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2B25C503-21CC-1137-566E-1575B8705CBE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6" name="TextovéPole 19">
            <a:extLst>
              <a:ext uri="{FF2B5EF4-FFF2-40B4-BE49-F238E27FC236}">
                <a16:creationId xmlns:a16="http://schemas.microsoft.com/office/drawing/2014/main" id="{B168C61A-E30F-1D44-DDC3-50DAEC985A0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TextovéPole 23">
            <a:extLst>
              <a:ext uri="{FF2B5EF4-FFF2-40B4-BE49-F238E27FC236}">
                <a16:creationId xmlns:a16="http://schemas.microsoft.com/office/drawing/2014/main" id="{926C4D67-19B5-A131-5A47-3A2938D4F29C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B1E4704D-D1CD-A1CB-50E7-B2610A6DD81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9" name="TextovéPole 2">
            <a:extLst>
              <a:ext uri="{FF2B5EF4-FFF2-40B4-BE49-F238E27FC236}">
                <a16:creationId xmlns:a16="http://schemas.microsoft.com/office/drawing/2014/main" id="{5E88F1A5-6D57-5ED0-57C9-92477FB6560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925037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cs-CZ" dirty="0"/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70BC2F43-3859-469B-AB98-981F33F9B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B01DEF22-A3BD-4B5E-BD7A-02C2F88EC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A50A54A2-2D30-4A01-BE2A-325C07C4D876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Zástupný symbol pro text 6">
            <a:extLst>
              <a:ext uri="{FF2B5EF4-FFF2-40B4-BE49-F238E27FC236}">
                <a16:creationId xmlns:a16="http://schemas.microsoft.com/office/drawing/2014/main" id="{482EE914-B416-4E99-9F6A-1EC0BDC9BF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6153944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Zástupný symbol pro text 13">
            <a:extLst>
              <a:ext uri="{FF2B5EF4-FFF2-40B4-BE49-F238E27FC236}">
                <a16:creationId xmlns:a16="http://schemas.microsoft.com/office/drawing/2014/main" id="{BFCCF451-E9E5-4364-A5C4-D25BC6D6DA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6153944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83CD89A7-5C76-46F6-B1B5-8404EFAF554D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B402AC5-AB1E-81FF-C655-921B570C724F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AB8C608-2C71-16C0-CCD1-03306BDB9F8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5" name="Obdélník 3">
            <a:extLst>
              <a:ext uri="{FF2B5EF4-FFF2-40B4-BE49-F238E27FC236}">
                <a16:creationId xmlns:a16="http://schemas.microsoft.com/office/drawing/2014/main" id="{D90A1EAA-0AEF-7172-4849-4207979B39C7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6" name="TextovéPole 20">
            <a:extLst>
              <a:ext uri="{FF2B5EF4-FFF2-40B4-BE49-F238E27FC236}">
                <a16:creationId xmlns:a16="http://schemas.microsoft.com/office/drawing/2014/main" id="{C3F36D8F-2D30-46EA-7811-993292156FEF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TextovéPole 24">
            <a:extLst>
              <a:ext uri="{FF2B5EF4-FFF2-40B4-BE49-F238E27FC236}">
                <a16:creationId xmlns:a16="http://schemas.microsoft.com/office/drawing/2014/main" id="{FAFFD056-0749-9880-8B23-410032DB054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E88DF046-A69E-4D4A-EE4D-C3C36CF64FC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9" name="TextovéPole 2">
            <a:extLst>
              <a:ext uri="{FF2B5EF4-FFF2-40B4-BE49-F238E27FC236}">
                <a16:creationId xmlns:a16="http://schemas.microsoft.com/office/drawing/2014/main" id="{4E2AC6BE-28AB-A875-D15D-A7241426F82D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907537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ovéPole 17">
            <a:extLst>
              <a:ext uri="{FF2B5EF4-FFF2-40B4-BE49-F238E27FC236}">
                <a16:creationId xmlns:a16="http://schemas.microsoft.com/office/drawing/2014/main" id="{EBC54BF0-4CE2-49EF-8C89-3802928601B2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5B725E85-037F-41A8-9A3E-1E6CE0455E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0000" y="1049229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AC39111D-3502-4FD0-BB1A-0915B476F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00" y="1741380"/>
            <a:ext cx="7140575" cy="438289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7EFFA5E6-3961-4555-8531-D73E4CB3D7B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rgbClr val="C80C0F"/>
                </a:solidFill>
                <a:latin typeface="+mn-lt"/>
                <a:ea typeface="Roboto Black" panose="02000000000000000000" pitchFamily="2" charset="0"/>
              </a:rPr>
              <a:pPr algn="r"/>
              <a:t>‹#›</a:t>
            </a:fld>
            <a:endParaRPr lang="cs-CZ" sz="2400" b="1" dirty="0">
              <a:solidFill>
                <a:srgbClr val="C80C0F"/>
              </a:solidFill>
              <a:latin typeface="+mn-lt"/>
              <a:ea typeface="Roboto Black" panose="02000000000000000000" pitchFamily="2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8BBFFB5-E8F6-33FF-D91A-1A100BCADD34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9CE8A5C-C8D0-297B-605B-E559E92338CF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4" name="TextovéPole 17">
            <a:extLst>
              <a:ext uri="{FF2B5EF4-FFF2-40B4-BE49-F238E27FC236}">
                <a16:creationId xmlns:a16="http://schemas.microsoft.com/office/drawing/2014/main" id="{3804C78C-FC06-D24D-AF39-32D2D478ACB8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5" name="TextovéPole 23">
            <a:extLst>
              <a:ext uri="{FF2B5EF4-FFF2-40B4-BE49-F238E27FC236}">
                <a16:creationId xmlns:a16="http://schemas.microsoft.com/office/drawing/2014/main" id="{5A56C0A7-B72E-7EBF-89CD-D2B2B81D5E0C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rgbClr val="C80C0F"/>
                </a:solidFill>
                <a:latin typeface="+mn-lt"/>
                <a:ea typeface="Roboto Black" panose="02000000000000000000" pitchFamily="2" charset="0"/>
              </a:rPr>
              <a:pPr algn="r"/>
              <a:t>‹#›</a:t>
            </a:fld>
            <a:endParaRPr lang="cs-CZ" sz="2400" b="1" dirty="0">
              <a:solidFill>
                <a:srgbClr val="C80C0F"/>
              </a:solidFill>
              <a:latin typeface="+mn-lt"/>
              <a:ea typeface="Roboto Black" panose="02000000000000000000" pitchFamily="2" charset="0"/>
            </a:endParaRPr>
          </a:p>
        </p:txBody>
      </p:sp>
      <p:sp>
        <p:nvSpPr>
          <p:cNvPr id="6" name="TextovéPole 1">
            <a:extLst>
              <a:ext uri="{FF2B5EF4-FFF2-40B4-BE49-F238E27FC236}">
                <a16:creationId xmlns:a16="http://schemas.microsoft.com/office/drawing/2014/main" id="{589EFD4D-5BE4-BB6E-9CED-0DEF9DEA2267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7" name="TextovéPole 2">
            <a:extLst>
              <a:ext uri="{FF2B5EF4-FFF2-40B4-BE49-F238E27FC236}">
                <a16:creationId xmlns:a16="http://schemas.microsoft.com/office/drawing/2014/main" id="{D52A846D-561F-F25A-7AA2-94C94FAD48A9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692706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477B5FDA-F66C-6F65-3156-75B768971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175553" y="302889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" name="Obrázek 4">
            <a:extLst>
              <a:ext uri="{FF2B5EF4-FFF2-40B4-BE49-F238E27FC236}">
                <a16:creationId xmlns:a16="http://schemas.microsoft.com/office/drawing/2014/main" id="{1028AC18-6474-93B2-2AA9-AB547074C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42ABF8B9-D137-88A9-9F78-5BC9671F7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  <p:sp>
        <p:nvSpPr>
          <p:cNvPr id="7" name="TextovéPole 5">
            <a:extLst>
              <a:ext uri="{FF2B5EF4-FFF2-40B4-BE49-F238E27FC236}">
                <a16:creationId xmlns:a16="http://schemas.microsoft.com/office/drawing/2014/main" id="{3EA8945D-AE6B-E05D-8F3A-7176F5A02F77}"/>
              </a:ext>
            </a:extLst>
          </p:cNvPr>
          <p:cNvSpPr txBox="1"/>
          <p:nvPr/>
        </p:nvSpPr>
        <p:spPr>
          <a:xfrm>
            <a:off x="2175553" y="302889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5470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175553" y="2953513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BDA4CB49-E670-2175-6FE8-F455ABF1F7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0085" y="4852416"/>
            <a:ext cx="3904144" cy="1697896"/>
          </a:xfrm>
          <a:prstGeom prst="rect">
            <a:avLst/>
          </a:prstGeom>
        </p:spPr>
      </p:pic>
      <p:pic>
        <p:nvPicPr>
          <p:cNvPr id="3" name="Obrázek 6">
            <a:extLst>
              <a:ext uri="{FF2B5EF4-FFF2-40B4-BE49-F238E27FC236}">
                <a16:creationId xmlns:a16="http://schemas.microsoft.com/office/drawing/2014/main" id="{4480C63C-DAC9-AE39-121F-DC3893EB7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ovéPole 4">
            <a:extLst>
              <a:ext uri="{FF2B5EF4-FFF2-40B4-BE49-F238E27FC236}">
                <a16:creationId xmlns:a16="http://schemas.microsoft.com/office/drawing/2014/main" id="{74464610-9C15-58AC-AEC2-E81231FC825D}"/>
              </a:ext>
            </a:extLst>
          </p:cNvPr>
          <p:cNvSpPr txBox="1"/>
          <p:nvPr/>
        </p:nvSpPr>
        <p:spPr>
          <a:xfrm>
            <a:off x="2175553" y="2953513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F5AEA1A8-BA09-6F1D-2B55-F922F21EDE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0085" y="4852416"/>
            <a:ext cx="3904144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40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175553" y="2659559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3D60C61C-7541-06CE-8130-970AD5100C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  <p:pic>
        <p:nvPicPr>
          <p:cNvPr id="3" name="Obrázek 6">
            <a:extLst>
              <a:ext uri="{FF2B5EF4-FFF2-40B4-BE49-F238E27FC236}">
                <a16:creationId xmlns:a16="http://schemas.microsoft.com/office/drawing/2014/main" id="{C201F1FB-785E-E9BE-79D8-6E6C7FC4A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ovéPole 4">
            <a:extLst>
              <a:ext uri="{FF2B5EF4-FFF2-40B4-BE49-F238E27FC236}">
                <a16:creationId xmlns:a16="http://schemas.microsoft.com/office/drawing/2014/main" id="{40CEB1D5-111C-EE19-AA93-4869E7BEE307}"/>
              </a:ext>
            </a:extLst>
          </p:cNvPr>
          <p:cNvSpPr txBox="1"/>
          <p:nvPr/>
        </p:nvSpPr>
        <p:spPr>
          <a:xfrm>
            <a:off x="2175553" y="2659559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3A0C3D60-FFC2-7FBE-DC93-947EB67870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60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CC271BF3-9447-86D3-3B2A-E4458E4D8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8024" y="5599975"/>
            <a:ext cx="3031236" cy="1318272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A939E7AC-A4D4-F088-AB63-EC76BB272627}"/>
              </a:ext>
            </a:extLst>
          </p:cNvPr>
          <p:cNvSpPr txBox="1"/>
          <p:nvPr/>
        </p:nvSpPr>
        <p:spPr>
          <a:xfrm>
            <a:off x="2175553" y="358140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4" name="Obrázek 6">
            <a:extLst>
              <a:ext uri="{FF2B5EF4-FFF2-40B4-BE49-F238E27FC236}">
                <a16:creationId xmlns:a16="http://schemas.microsoft.com/office/drawing/2014/main" id="{0F10E91F-8C6A-7FEE-2F7D-FCBB3FF440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pic>
        <p:nvPicPr>
          <p:cNvPr id="5" name="Obrázek 2">
            <a:extLst>
              <a:ext uri="{FF2B5EF4-FFF2-40B4-BE49-F238E27FC236}">
                <a16:creationId xmlns:a16="http://schemas.microsoft.com/office/drawing/2014/main" id="{23FFBB61-39EA-F519-E16A-A5A4CE5E41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8024" y="5599975"/>
            <a:ext cx="3031236" cy="1318272"/>
          </a:xfrm>
          <a:prstGeom prst="rect">
            <a:avLst/>
          </a:prstGeom>
        </p:spPr>
      </p:pic>
      <p:sp>
        <p:nvSpPr>
          <p:cNvPr id="6" name="TextovéPole 1">
            <a:extLst>
              <a:ext uri="{FF2B5EF4-FFF2-40B4-BE49-F238E27FC236}">
                <a16:creationId xmlns:a16="http://schemas.microsoft.com/office/drawing/2014/main" id="{00609386-D2E7-DC11-1CEB-D6377249F7BD}"/>
              </a:ext>
            </a:extLst>
          </p:cNvPr>
          <p:cNvSpPr txBox="1"/>
          <p:nvPr/>
        </p:nvSpPr>
        <p:spPr>
          <a:xfrm>
            <a:off x="2175553" y="358140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57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9F311AA7-FB4B-2A73-81D7-15CCF15F7362}"/>
              </a:ext>
            </a:extLst>
          </p:cNvPr>
          <p:cNvSpPr txBox="1"/>
          <p:nvPr/>
        </p:nvSpPr>
        <p:spPr>
          <a:xfrm>
            <a:off x="2175553" y="2660905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729B17E-8BFD-0CDF-EEC1-B79AFA4DB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544490"/>
            <a:ext cx="3031236" cy="1318272"/>
          </a:xfrm>
          <a:prstGeom prst="rect">
            <a:avLst/>
          </a:prstGeom>
        </p:spPr>
      </p:pic>
      <p:pic>
        <p:nvPicPr>
          <p:cNvPr id="4" name="Obrázek 6">
            <a:extLst>
              <a:ext uri="{FF2B5EF4-FFF2-40B4-BE49-F238E27FC236}">
                <a16:creationId xmlns:a16="http://schemas.microsoft.com/office/drawing/2014/main" id="{D21FCE47-3D5D-A2C5-4CE6-3ACA49D75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5" name="TextovéPole 1">
            <a:extLst>
              <a:ext uri="{FF2B5EF4-FFF2-40B4-BE49-F238E27FC236}">
                <a16:creationId xmlns:a16="http://schemas.microsoft.com/office/drawing/2014/main" id="{61417C4C-AC3A-CADE-521D-3FC9FEF05C1D}"/>
              </a:ext>
            </a:extLst>
          </p:cNvPr>
          <p:cNvSpPr txBox="1"/>
          <p:nvPr/>
        </p:nvSpPr>
        <p:spPr>
          <a:xfrm>
            <a:off x="2175553" y="2660905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6" name="Obrázek 2">
            <a:extLst>
              <a:ext uri="{FF2B5EF4-FFF2-40B4-BE49-F238E27FC236}">
                <a16:creationId xmlns:a16="http://schemas.microsoft.com/office/drawing/2014/main" id="{449655A8-7EA7-3B25-C2CB-8FFE19980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544490"/>
            <a:ext cx="3031236" cy="13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8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ADAB59F9-0320-BBF4-25CF-7554567047AF}"/>
              </a:ext>
            </a:extLst>
          </p:cNvPr>
          <p:cNvSpPr txBox="1"/>
          <p:nvPr/>
        </p:nvSpPr>
        <p:spPr>
          <a:xfrm>
            <a:off x="2175553" y="1968187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C62C9E2-F014-A847-A5EA-B8492AB628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  <p:sp>
        <p:nvSpPr>
          <p:cNvPr id="4" name="Obdélník 7">
            <a:extLst>
              <a:ext uri="{FF2B5EF4-FFF2-40B4-BE49-F238E27FC236}">
                <a16:creationId xmlns:a16="http://schemas.microsoft.com/office/drawing/2014/main" id="{623262B5-7A85-01FF-E44B-34FFBA38715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5" name="TextovéPole 1">
            <a:extLst>
              <a:ext uri="{FF2B5EF4-FFF2-40B4-BE49-F238E27FC236}">
                <a16:creationId xmlns:a16="http://schemas.microsoft.com/office/drawing/2014/main" id="{3B0815B2-CC23-1EF4-BC44-E7665EB7BD30}"/>
              </a:ext>
            </a:extLst>
          </p:cNvPr>
          <p:cNvSpPr txBox="1"/>
          <p:nvPr/>
        </p:nvSpPr>
        <p:spPr>
          <a:xfrm>
            <a:off x="2175553" y="1968187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4C534B6A-8B6B-62EB-386D-52CB76CD83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844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3B380345-CCAE-425B-84AF-F7C4AF4F1F46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06979DCA-0A97-1B2C-24D4-9C0EB596B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en-US"/>
              <a:t>Click icon to add picture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8994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Zástupný symbol pro text 3">
            <a:extLst>
              <a:ext uri="{FF2B5EF4-FFF2-40B4-BE49-F238E27FC236}">
                <a16:creationId xmlns:a16="http://schemas.microsoft.com/office/drawing/2014/main" id="{C30D61F3-90B7-43CF-880F-069FB4EA92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1AF5AA6-579A-4615-B90C-443973991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6C8C6EF-321C-4508-8C7B-F64FDDB4378B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0" name="Zástupný symbol pro text 4">
            <a:extLst>
              <a:ext uri="{FF2B5EF4-FFF2-40B4-BE49-F238E27FC236}">
                <a16:creationId xmlns:a16="http://schemas.microsoft.com/office/drawing/2014/main" id="{3F69D076-36AF-4C9E-BDC4-3BDC9A2BD7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C9A7634-D866-4FF1-6F3A-D81F483C755E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5A1F9CB-FB7B-CB53-A7B0-F7252C45E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818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1" name="Zástupný symbol pro text 3">
            <a:extLst>
              <a:ext uri="{FF2B5EF4-FFF2-40B4-BE49-F238E27FC236}">
                <a16:creationId xmlns:a16="http://schemas.microsoft.com/office/drawing/2014/main" id="{895519EE-A249-4A36-A296-FA07F9239F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4517EEB-1C70-4D35-9F6E-E1F676CC0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17E8F43-B6A0-4B99-A81E-5AFF404CB882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Zástupný symbol pro text 4">
            <a:extLst>
              <a:ext uri="{FF2B5EF4-FFF2-40B4-BE49-F238E27FC236}">
                <a16:creationId xmlns:a16="http://schemas.microsoft.com/office/drawing/2014/main" id="{13FF76E4-4A6B-4A27-BBF4-7EF946EB15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9B5717E-5AAF-62F7-7261-FC86E8B6175C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6BFE011F-FB4F-F62F-F843-98933325E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94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1" name="Zástupný symbol pro text 3">
            <a:extLst>
              <a:ext uri="{FF2B5EF4-FFF2-40B4-BE49-F238E27FC236}">
                <a16:creationId xmlns:a16="http://schemas.microsoft.com/office/drawing/2014/main" id="{01F2008E-1CED-40C4-B288-0D90D454CF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99A6E98-C114-4BB6-B370-953CBC2A0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59B70AA-B5D2-416A-98DC-E8493E22924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Zástupný symbol pro text 4">
            <a:extLst>
              <a:ext uri="{FF2B5EF4-FFF2-40B4-BE49-F238E27FC236}">
                <a16:creationId xmlns:a16="http://schemas.microsoft.com/office/drawing/2014/main" id="{C09A607D-A008-4DE6-B09C-2299B2E854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5CAB06B-751B-288A-37C1-22D2C88944D9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565E3EF1-2F7D-FEE0-9AC9-C4E133FF0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641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Zástupný symbol pro text 3">
            <a:extLst>
              <a:ext uri="{FF2B5EF4-FFF2-40B4-BE49-F238E27FC236}">
                <a16:creationId xmlns:a16="http://schemas.microsoft.com/office/drawing/2014/main" id="{F0012F0B-8EDC-4702-A40F-F59B62894D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7C92868-0E6F-48DD-97AA-B5F51958B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8536B219-4E97-446E-A7CB-06E65F3A80EF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  <a:latin typeface="+mn-lt"/>
                <a:cs typeface="Calibri" panose="020F0502020204030204" pitchFamily="34" charset="0"/>
              </a:rPr>
              <a:t>pef.czu.cz</a:t>
            </a:r>
            <a:endParaRPr lang="cs-CZ" sz="1800" dirty="0">
              <a:solidFill>
                <a:srgbClr val="C80C0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0" name="Zástupný symbol pro text 4">
            <a:extLst>
              <a:ext uri="{FF2B5EF4-FFF2-40B4-BE49-F238E27FC236}">
                <a16:creationId xmlns:a16="http://schemas.microsoft.com/office/drawing/2014/main" id="{EC7A36CF-DE0C-4856-8CF5-76AE12FA08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5A365D41-9F3F-35B0-846F-CFB41A7B07B6}"/>
              </a:ext>
            </a:extLst>
          </p:cNvPr>
          <p:cNvSpPr txBox="1"/>
          <p:nvPr/>
        </p:nvSpPr>
        <p:spPr>
          <a:xfrm>
            <a:off x="5544000" y="5673405"/>
            <a:ext cx="3060000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University Full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575" b="1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575" b="1" dirty="0" err="1">
                <a:solidFill>
                  <a:schemeClr val="bg1"/>
                </a:solidFill>
                <a:latin typeface="+mn-lt"/>
                <a:ea typeface="Roboto Medium" panose="02000000000000000000" pitchFamily="2" charset="0"/>
              </a:rPr>
              <a:t>Life</a:t>
            </a:r>
            <a:endParaRPr lang="cs-CZ" sz="1575" b="1" dirty="0">
              <a:solidFill>
                <a:schemeClr val="bg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2BFCBB1E-8530-FA52-4D5A-91C12B261A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" y="5199793"/>
            <a:ext cx="2953385" cy="12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88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FDC7D46E-1BD6-D9DE-880E-D64D63EFA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92225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F6ABE82E-B974-9D55-23EB-156B576C69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9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4AC0C192-25F2-665B-E704-2A9AD12B56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8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rgbClr val="C80C0F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1E929A4E-D1C8-9BD6-9800-6D96C4989D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57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effectLst/>
                <a:latin typeface="+mn-lt"/>
                <a:ea typeface="Roboto Black" panose="02000000000000000000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FEEA87D8-4529-810F-BE32-6DF495DFA1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90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cs-CZ"/>
          </a:p>
        </p:txBody>
      </p:sp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+mn-lt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2FC3EF01-93C1-B44D-5492-04AF9B918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8" y="6142449"/>
            <a:ext cx="1645340" cy="7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79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6068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6" name="Zástupný text 2">
            <a:extLst>
              <a:ext uri="{FF2B5EF4-FFF2-40B4-BE49-F238E27FC236}">
                <a16:creationId xmlns:a16="http://schemas.microsoft.com/office/drawing/2014/main" id="{BB178E38-53D5-4ED5-BCDF-CD9472116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DA2A37BC-2D12-497A-9B40-082D0BAC60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F41F6B79-4588-4D6D-82B2-B04A9AA1A60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DE50B533-EA2F-4337-9ACE-6D71CA6F69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84313580-2146-45A6-BF8F-A02BBFE43B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AAB328CC-139C-4DAC-A1E8-56ECAB5A9FB4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DEB2317-C159-0119-F719-0A9FD2393E1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77756DA-2C9B-6D96-1E7B-FA74DE80158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052599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cs-CZ" dirty="0"/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6270BEB9-360D-46DE-8E40-EDF781D6B4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CF506137-7033-4A7B-BC41-AE5C997F28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A22D4412-7305-48AD-B1E7-80B83D299A47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4" name="Zástupný symbol pro text 6">
            <a:extLst>
              <a:ext uri="{FF2B5EF4-FFF2-40B4-BE49-F238E27FC236}">
                <a16:creationId xmlns:a16="http://schemas.microsoft.com/office/drawing/2014/main" id="{D6BF3E10-D202-4255-8325-70860A8478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6153944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Zástupný symbol pro text 13">
            <a:extLst>
              <a:ext uri="{FF2B5EF4-FFF2-40B4-BE49-F238E27FC236}">
                <a16:creationId xmlns:a16="http://schemas.microsoft.com/office/drawing/2014/main" id="{BD36624B-4382-46EB-AD7F-6EB4571C0B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6153944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F4C171EA-99E7-42E5-B16C-B75F8A4F8A9B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F28847C1-CB44-BC83-413E-F1E313E9FF4A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736FA3F-CDD6-37EA-F875-A7613CB7974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5545674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33E62344-C0CF-4D89-8E6E-304EBF326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1F29AA84-EC83-4262-BC8D-EA5AE1F1DE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4B97A7D6-F28C-4BB7-BE77-244F20924962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Zástupný symbol pro text 6">
            <a:extLst>
              <a:ext uri="{FF2B5EF4-FFF2-40B4-BE49-F238E27FC236}">
                <a16:creationId xmlns:a16="http://schemas.microsoft.com/office/drawing/2014/main" id="{390E65AD-0FF8-4B5D-B01D-1707C5B86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Zástupný symbol pro text 13">
            <a:extLst>
              <a:ext uri="{FF2B5EF4-FFF2-40B4-BE49-F238E27FC236}">
                <a16:creationId xmlns:a16="http://schemas.microsoft.com/office/drawing/2014/main" id="{61CA3786-FD6F-4B60-A29F-73678F6CA7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DDC62C33-88CC-43B5-BF9D-FDD04DEF88E5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E504FB8F-81C2-83EF-FF2A-DB9381B69A17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DBC6DD9-A28B-9B13-5D26-BE6C2517568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1953459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6" name="Zástupný text 2">
            <a:extLst>
              <a:ext uri="{FF2B5EF4-FFF2-40B4-BE49-F238E27FC236}">
                <a16:creationId xmlns:a16="http://schemas.microsoft.com/office/drawing/2014/main" id="{AD808877-304B-4BD1-90D2-71161B4929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BA011CF5-BC51-4727-95D0-FF57F7C7DA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8E937500-B0F9-422B-A49A-7F76B2D990C0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AB723170-8F46-4CD4-9F32-67C65839FD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09C4DCAA-E65F-4469-B504-D0C9B81904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3810FC74-4375-4360-9D88-02C20E2D2B23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735F5C7-92BB-6AE2-525B-2B466D94762F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22653E5-7530-FB36-82F8-E6F056C2F3D3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6222169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cs-CZ" dirty="0"/>
          </a:p>
        </p:txBody>
      </p:sp>
      <p:sp>
        <p:nvSpPr>
          <p:cNvPr id="17" name="Zástupný text 2">
            <a:extLst>
              <a:ext uri="{FF2B5EF4-FFF2-40B4-BE49-F238E27FC236}">
                <a16:creationId xmlns:a16="http://schemas.microsoft.com/office/drawing/2014/main" id="{70BC2F43-3859-469B-AB98-981F33F9B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8" name="Zástupný text 2">
            <a:extLst>
              <a:ext uri="{FF2B5EF4-FFF2-40B4-BE49-F238E27FC236}">
                <a16:creationId xmlns:a16="http://schemas.microsoft.com/office/drawing/2014/main" id="{B01DEF22-A3BD-4B5E-BD7A-02C2F88EC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A50A54A2-2D30-4A01-BE2A-325C07C4D876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Zástupný symbol pro text 6">
            <a:extLst>
              <a:ext uri="{FF2B5EF4-FFF2-40B4-BE49-F238E27FC236}">
                <a16:creationId xmlns:a16="http://schemas.microsoft.com/office/drawing/2014/main" id="{482EE914-B416-4E99-9F6A-1EC0BDC9BF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6153944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  <a:cs typeface="Calibri" panose="020F0502020204030204" pitchFamily="34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Zástupný symbol pro text 13">
            <a:extLst>
              <a:ext uri="{FF2B5EF4-FFF2-40B4-BE49-F238E27FC236}">
                <a16:creationId xmlns:a16="http://schemas.microsoft.com/office/drawing/2014/main" id="{BFCCF451-E9E5-4364-A5C4-D25BC6D6DA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6153944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83CD89A7-5C76-46F6-B1B5-8404EFAF554D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pPr algn="r"/>
              <a:t>‹#›</a:t>
            </a:fld>
            <a:endParaRPr lang="cs-CZ" sz="2400" b="1" dirty="0">
              <a:solidFill>
                <a:schemeClr val="bg1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B402AC5-AB1E-81FF-C655-921B570C724F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AB8C608-2C71-16C0-CCD1-03306BDB9F86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2754419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ovéPole 17">
            <a:extLst>
              <a:ext uri="{FF2B5EF4-FFF2-40B4-BE49-F238E27FC236}">
                <a16:creationId xmlns:a16="http://schemas.microsoft.com/office/drawing/2014/main" id="{EBC54BF0-4CE2-49EF-8C89-3802928601B2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b="1" dirty="0" err="1">
                <a:solidFill>
                  <a:schemeClr val="bg2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pef.czu.cz</a:t>
            </a:r>
            <a:endParaRPr lang="cs-CZ" sz="1800" b="1" dirty="0">
              <a:solidFill>
                <a:schemeClr val="bg2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22" name="Zástupný symbol pro text 6">
            <a:extLst>
              <a:ext uri="{FF2B5EF4-FFF2-40B4-BE49-F238E27FC236}">
                <a16:creationId xmlns:a16="http://schemas.microsoft.com/office/drawing/2014/main" id="{5B725E85-037F-41A8-9A3E-1E6CE0455E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0000" y="1049229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Zástupný symbol pro text 13">
            <a:extLst>
              <a:ext uri="{FF2B5EF4-FFF2-40B4-BE49-F238E27FC236}">
                <a16:creationId xmlns:a16="http://schemas.microsoft.com/office/drawing/2014/main" id="{AC39111D-3502-4FD0-BB1A-0915B476F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00" y="1741380"/>
            <a:ext cx="7140575" cy="438289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+mn-lt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+mn-lt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+mn-lt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+mn-lt"/>
                <a:ea typeface="Roboto" panose="02000000000000000000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7EFFA5E6-3961-4555-8531-D73E4CB3D7B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b="1" smtClean="0">
                <a:solidFill>
                  <a:srgbClr val="C80C0F"/>
                </a:solidFill>
                <a:latin typeface="+mn-lt"/>
                <a:ea typeface="Roboto Black" panose="02000000000000000000" pitchFamily="2" charset="0"/>
              </a:rPr>
              <a:pPr algn="r"/>
              <a:t>‹#›</a:t>
            </a:fld>
            <a:endParaRPr lang="cs-CZ" sz="2400" b="1" dirty="0">
              <a:solidFill>
                <a:srgbClr val="C80C0F"/>
              </a:solidFill>
              <a:latin typeface="+mn-lt"/>
              <a:ea typeface="Roboto Black" panose="02000000000000000000" pitchFamily="2" charset="0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8BBFFB5-E8F6-33FF-D91A-1A100BCADD34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Czech University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of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Life</a:t>
            </a:r>
            <a:r>
              <a:rPr lang="cs-CZ" sz="1200" b="1" dirty="0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 </a:t>
            </a:r>
            <a:r>
              <a:rPr lang="cs-CZ" sz="1200" b="1" dirty="0" err="1">
                <a:solidFill>
                  <a:schemeClr val="bg1">
                    <a:lumMod val="75000"/>
                  </a:schemeClr>
                </a:solidFill>
                <a:latin typeface="+mn-lt"/>
                <a:ea typeface="Roboto Medium" panose="02000000000000000000" pitchFamily="2" charset="0"/>
              </a:rPr>
              <a:t>Sciences</a:t>
            </a:r>
            <a:endParaRPr lang="cs-CZ" sz="1200" b="1" dirty="0">
              <a:solidFill>
                <a:schemeClr val="bg1">
                  <a:lumMod val="75000"/>
                </a:schemeClr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9CE8A5C-C8D0-297B-605B-E559E92338CF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Faculty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of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1200" b="1" dirty="0" err="1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Economics</a:t>
            </a:r>
            <a:r>
              <a:rPr lang="cs-CZ" sz="1200" b="1" dirty="0">
                <a:solidFill>
                  <a:srgbClr val="C80C0F"/>
                </a:solidFill>
                <a:latin typeface="+mn-lt"/>
                <a:ea typeface="Roboto Medium" panose="02000000000000000000" pitchFamily="2" charset="0"/>
                <a:cs typeface="Calibri" panose="020F0502020204030204" pitchFamily="34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8790089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477B5FDA-F66C-6F65-3156-75B768971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175553" y="302889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34075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175553" y="2953513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BDA4CB49-E670-2175-6FE8-F455ABF1F7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0085" y="4852416"/>
            <a:ext cx="3904144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705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175553" y="2659559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" name="Obrázek 1" descr="Obsah obrázku text&#10;&#10;Popis byl vytvořen automaticky">
            <a:extLst>
              <a:ext uri="{FF2B5EF4-FFF2-40B4-BE49-F238E27FC236}">
                <a16:creationId xmlns:a16="http://schemas.microsoft.com/office/drawing/2014/main" id="{3D60C61C-7541-06CE-8130-970AD5100C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457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CC271BF3-9447-86D3-3B2A-E4458E4D8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8024" y="5599975"/>
            <a:ext cx="3031236" cy="1318272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A939E7AC-A4D4-F088-AB63-EC76BB272627}"/>
              </a:ext>
            </a:extLst>
          </p:cNvPr>
          <p:cNvSpPr txBox="1"/>
          <p:nvPr/>
        </p:nvSpPr>
        <p:spPr>
          <a:xfrm>
            <a:off x="2175553" y="3581401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777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9F311AA7-FB4B-2A73-81D7-15CCF15F7362}"/>
              </a:ext>
            </a:extLst>
          </p:cNvPr>
          <p:cNvSpPr txBox="1"/>
          <p:nvPr/>
        </p:nvSpPr>
        <p:spPr>
          <a:xfrm>
            <a:off x="2175553" y="2660905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rgbClr val="C00000"/>
                </a:solidFill>
                <a:latin typeface="+mn-lt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endParaRPr lang="cs-CZ" sz="3600" b="1" dirty="0">
              <a:solidFill>
                <a:srgbClr val="C00000"/>
              </a:solidFill>
              <a:latin typeface="+mn-lt"/>
              <a:ea typeface="Roboto Black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729B17E-8BFD-0CDF-EEC1-B79AFA4DB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544490"/>
            <a:ext cx="3031236" cy="13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033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ADAB59F9-0320-BBF4-25CF-7554567047AF}"/>
              </a:ext>
            </a:extLst>
          </p:cNvPr>
          <p:cNvSpPr txBox="1"/>
          <p:nvPr/>
        </p:nvSpPr>
        <p:spPr>
          <a:xfrm>
            <a:off x="2175553" y="1968187"/>
            <a:ext cx="479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Thank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for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your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  <a:r>
              <a:rPr lang="cs-CZ" sz="3600" b="1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attention</a:t>
            </a:r>
            <a:r>
              <a:rPr lang="cs-CZ" sz="3600" b="1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Roboto Black" panose="02000000000000000000" pitchFamily="2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C62C9E2-F014-A847-A5EA-B8492AB628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85" y="4852416"/>
            <a:ext cx="3904145" cy="16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75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22/10/2024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5201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22.10.2024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979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77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  <p:sldLayoutId id="2147483744" r:id="rId48"/>
    <p:sldLayoutId id="2147483745" r:id="rId49"/>
    <p:sldLayoutId id="2147483746" r:id="rId5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sss.org/world/index.ph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://www.systemdynamic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/>
              <a:t>Operations Research and Systems Analysis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r>
              <a:rPr lang="en-GB" dirty="0"/>
              <a:t>Syllabus, study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0"/>
          </p:nvPr>
        </p:nvSpPr>
        <p:spPr>
          <a:xfrm>
            <a:off x="540000" y="695412"/>
            <a:ext cx="6667322" cy="1261634"/>
          </a:xfrm>
        </p:spPr>
        <p:txBody>
          <a:bodyPr anchor="ctr">
            <a:normAutofit/>
          </a:bodyPr>
          <a:lstStyle/>
          <a:p>
            <a:r>
              <a:rPr lang="en-GB" dirty="0"/>
              <a:t>Syllabus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90AE076-1A51-BB83-87C0-CECEFFDFE0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0000" y="0"/>
            <a:ext cx="6667322" cy="69541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C760FDE-96EA-B2A5-CC72-CF0EB3B11D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</p:spPr>
        <p:txBody>
          <a:bodyPr>
            <a:normAutofit/>
          </a:bodyPr>
          <a:lstStyle/>
          <a:p>
            <a:pPr marL="541338" indent="-541338">
              <a:buFont typeface="+mj-lt"/>
              <a:buAutoNum type="arabicPeriod"/>
            </a:pPr>
            <a:r>
              <a:rPr lang="en-GB" sz="1100"/>
              <a:t>Basics: Systems science, systems theory, mathematical modelling, hard x soft operations research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LP – model and construction, integer, application, </a:t>
            </a:r>
            <a:r>
              <a:rPr lang="en-GB" sz="1100" err="1"/>
              <a:t>linea</a:t>
            </a:r>
            <a:r>
              <a:rPr lang="en-GB" sz="1100"/>
              <a:t>, </a:t>
            </a:r>
            <a:r>
              <a:rPr lang="en-GB" sz="1100" err="1"/>
              <a:t>linkosa</a:t>
            </a:r>
            <a:r>
              <a:rPr lang="en-GB" sz="1100"/>
              <a:t>, solver 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Input output analysis - basics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Input output analysis – price indices, real models – SIOT etc.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Stochastic models I: Poisson, Queuing theory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Stochastic models II: Markov Chain, Replacement models 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Simulation theory, Monte Carlo simulation in MS Excel</a:t>
            </a:r>
          </a:p>
          <a:p>
            <a:pPr marL="541338" marR="0" indent="-541338" defTabSz="914400" fontAlgn="auto">
              <a:spcAft>
                <a:spcPts val="0"/>
              </a:spcAft>
              <a:buFont typeface="+mj-lt"/>
              <a:buAutoNum type="arabicPeriod"/>
              <a:tabLst/>
              <a:defRPr/>
            </a:pPr>
            <a:r>
              <a:rPr lang="en-GB" sz="1100" err="1"/>
              <a:t>ProModel</a:t>
            </a:r>
            <a:r>
              <a:rPr lang="en-GB" sz="1100"/>
              <a:t> simulation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Non-Computer simulation, BDG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System dynamics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System dynamics 2</a:t>
            </a:r>
          </a:p>
          <a:p>
            <a:pPr marL="541338" lvl="0" indent="-541338">
              <a:buFont typeface="+mj-lt"/>
              <a:buAutoNum type="arabicPeriod"/>
            </a:pPr>
            <a:r>
              <a:rPr lang="en-GB" sz="1100"/>
              <a:t>Credit test -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0"/>
          </p:nvPr>
        </p:nvSpPr>
        <p:spPr>
          <a:xfrm>
            <a:off x="540000" y="695412"/>
            <a:ext cx="6667322" cy="1261634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Syllabus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67C9DD1-26F9-1E15-93D0-D869B9036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0000" y="0"/>
            <a:ext cx="6667322" cy="695412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BC76702-2CBA-4640-C703-5DC16F45EF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GB"/>
          </a:p>
          <a:p>
            <a:r>
              <a:rPr lang="en-GB" b="1"/>
              <a:t>Credit and Exam</a:t>
            </a:r>
            <a:endParaRPr lang="en-GB"/>
          </a:p>
          <a:p>
            <a:pPr lvl="1"/>
            <a:r>
              <a:rPr lang="en-GB" sz="1800" b="1"/>
              <a:t>Credit specification </a:t>
            </a:r>
            <a:endParaRPr lang="cs-CZ" sz="1800" b="1"/>
          </a:p>
          <a:p>
            <a:pPr lvl="2"/>
            <a:r>
              <a:rPr lang="cs-CZ" sz="1800" b="1"/>
              <a:t>Online test in test center (5 </a:t>
            </a:r>
            <a:r>
              <a:rPr lang="cs-CZ" sz="1800" b="1" err="1"/>
              <a:t>attempts</a:t>
            </a:r>
            <a:r>
              <a:rPr lang="cs-CZ" sz="1800" b="1"/>
              <a:t>, </a:t>
            </a:r>
            <a:r>
              <a:rPr lang="cs-CZ" sz="1800" b="1" err="1"/>
              <a:t>at</a:t>
            </a:r>
            <a:r>
              <a:rPr lang="cs-CZ" sz="1800" b="1"/>
              <a:t> least 60%)</a:t>
            </a:r>
            <a:endParaRPr lang="en-GB" sz="1800" b="1"/>
          </a:p>
          <a:p>
            <a:pPr lvl="2"/>
            <a:r>
              <a:rPr lang="cs-CZ" sz="1800" b="1" err="1"/>
              <a:t>Writtern</a:t>
            </a:r>
            <a:r>
              <a:rPr lang="cs-CZ" sz="1800" b="1"/>
              <a:t> test (Last </a:t>
            </a:r>
            <a:r>
              <a:rPr lang="cs-CZ" sz="1800" b="1" err="1"/>
              <a:t>lesson</a:t>
            </a:r>
            <a:r>
              <a:rPr lang="cs-CZ" sz="1800" b="1"/>
              <a:t>, </a:t>
            </a:r>
            <a:r>
              <a:rPr lang="cs-CZ" sz="1800" b="1" err="1"/>
              <a:t>Multiple</a:t>
            </a:r>
            <a:r>
              <a:rPr lang="cs-CZ" sz="1800" b="1"/>
              <a:t> </a:t>
            </a:r>
            <a:r>
              <a:rPr lang="cs-CZ" sz="1800" b="1" err="1"/>
              <a:t>choice</a:t>
            </a:r>
            <a:r>
              <a:rPr lang="cs-CZ" sz="1800" b="1"/>
              <a:t> test, </a:t>
            </a:r>
            <a:r>
              <a:rPr lang="cs-CZ" sz="1800" b="1" err="1"/>
              <a:t>at</a:t>
            </a:r>
            <a:r>
              <a:rPr lang="cs-CZ" sz="1800" b="1"/>
              <a:t> least 60%)</a:t>
            </a:r>
            <a:endParaRPr lang="en-GB" sz="1800" b="1"/>
          </a:p>
          <a:p>
            <a:endParaRPr lang="en-GB"/>
          </a:p>
          <a:p>
            <a:pPr lvl="1"/>
            <a:r>
              <a:rPr lang="en-GB" sz="1800" b="1"/>
              <a:t>Exam specification</a:t>
            </a:r>
            <a:r>
              <a:rPr lang="en-GB" sz="1800"/>
              <a:t> </a:t>
            </a:r>
          </a:p>
          <a:p>
            <a:pPr lvl="2"/>
            <a:r>
              <a:rPr lang="en-GB" sz="1800" b="1"/>
              <a:t>Exam written test - 60% of points</a:t>
            </a:r>
          </a:p>
          <a:p>
            <a:pPr lvl="2"/>
            <a:r>
              <a:rPr lang="en-GB" sz="1800" b="1"/>
              <a:t>Oral exam (immediately after test)</a:t>
            </a:r>
            <a:endParaRPr lang="en-GB" sz="1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0"/>
          </p:nvPr>
        </p:nvSpPr>
        <p:spPr>
          <a:xfrm>
            <a:off x="540000" y="695412"/>
            <a:ext cx="6667322" cy="1261634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Study materials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1CA5CED-1DC8-7E27-BF9F-028A7D9DDD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0000" y="0"/>
            <a:ext cx="6667322" cy="695412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172457-CC7D-59A8-6113-772971E519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</p:spPr>
        <p:txBody>
          <a:bodyPr>
            <a:normAutofit/>
          </a:bodyPr>
          <a:lstStyle/>
          <a:p>
            <a:r>
              <a:rPr lang="en-GB" sz="1000" noProof="0"/>
              <a:t>For example:</a:t>
            </a:r>
          </a:p>
          <a:p>
            <a:endParaRPr lang="en-GB" sz="1000" noProof="0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cs-CZ" sz="1000" err="1"/>
              <a:t>Bellinger</a:t>
            </a:r>
            <a:r>
              <a:rPr lang="cs-CZ" sz="1000"/>
              <a:t>, G., </a:t>
            </a:r>
            <a:r>
              <a:rPr lang="cs-CZ" sz="1000" err="1"/>
              <a:t>Scott</a:t>
            </a:r>
            <a:r>
              <a:rPr lang="cs-CZ" sz="1000"/>
              <a:t>, F.-R. (2013) </a:t>
            </a:r>
            <a:r>
              <a:rPr lang="cs-CZ" sz="1000" err="1"/>
              <a:t>Beyond</a:t>
            </a:r>
            <a:r>
              <a:rPr lang="cs-CZ" sz="1000"/>
              <a:t> </a:t>
            </a:r>
            <a:r>
              <a:rPr lang="cs-CZ" sz="1000" err="1"/>
              <a:t>Connecting</a:t>
            </a:r>
            <a:r>
              <a:rPr lang="cs-CZ" sz="1000"/>
              <a:t> </a:t>
            </a:r>
            <a:r>
              <a:rPr lang="cs-CZ" sz="1000" err="1"/>
              <a:t>the</a:t>
            </a:r>
            <a:r>
              <a:rPr lang="cs-CZ" sz="1000"/>
              <a:t> </a:t>
            </a:r>
            <a:r>
              <a:rPr lang="cs-CZ" sz="1000" err="1"/>
              <a:t>Dots</a:t>
            </a:r>
            <a:r>
              <a:rPr lang="cs-CZ" sz="1000"/>
              <a:t>, </a:t>
            </a:r>
            <a:r>
              <a:rPr lang="cs-CZ" sz="1000" u="sng"/>
              <a:t>http://beyondconnectingthedots.com</a:t>
            </a:r>
            <a:endParaRPr lang="en-GB" sz="1000" u="sng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/>
              <a:t>Harrell, Ch., Ghosh, B. K., Bowden, R. O.: Simulation Using </a:t>
            </a:r>
            <a:r>
              <a:rPr lang="en-GB" sz="1000" err="1"/>
              <a:t>ProModel</a:t>
            </a:r>
            <a:r>
              <a:rPr lang="en-GB" sz="1000"/>
              <a:t>, McGraw-Hill, 2012. ISBN 978-007-108644-8. 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/>
              <a:t>Lawrence, J. A., </a:t>
            </a:r>
            <a:r>
              <a:rPr lang="en-GB" sz="1000" err="1"/>
              <a:t>Pasternack</a:t>
            </a:r>
            <a:r>
              <a:rPr lang="en-GB" sz="1000"/>
              <a:t>, B. A.: Applied Management Science: </a:t>
            </a:r>
            <a:r>
              <a:rPr lang="en-GB" sz="1000" err="1"/>
              <a:t>Modeling</a:t>
            </a:r>
            <a:r>
              <a:rPr lang="en-GB" sz="1000"/>
              <a:t>, Spreadsheet Analysis, and Communication for Decision Making, Wiley, 2002. ISBN 0-471-39190-5.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/>
              <a:t>Meadows, D. H.: Thinking in Systems, A Primer, Green Publishing Company, 2008. ISBN 978-1-60358-005-7.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 err="1"/>
              <a:t>Senge</a:t>
            </a:r>
            <a:r>
              <a:rPr lang="en-GB" sz="1000"/>
              <a:t>, P. M.: The Fifth Discipline: The Art and Practice of the Learning Organization, Crown Business, 2006. ISBN 0-385-51725-4.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 err="1"/>
              <a:t>Sterman</a:t>
            </a:r>
            <a:r>
              <a:rPr lang="en-GB" sz="1000"/>
              <a:t>, J. D.: </a:t>
            </a:r>
            <a:r>
              <a:rPr lang="en-GB" sz="1000" err="1"/>
              <a:t>Bussiness</a:t>
            </a:r>
            <a:r>
              <a:rPr lang="en-GB" sz="1000"/>
              <a:t> dynamics: System Thinking and </a:t>
            </a:r>
            <a:r>
              <a:rPr lang="en-GB" sz="1000" err="1"/>
              <a:t>Modeling</a:t>
            </a:r>
            <a:r>
              <a:rPr lang="en-GB" sz="1000"/>
              <a:t> for a Complex World, McGraw-Hill, 2000. ISBN 0-07-238915X.</a:t>
            </a:r>
            <a:endParaRPr lang="cs-CZ" sz="1000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/>
              <a:t>International Society for the Systems Sciences: </a:t>
            </a:r>
            <a:r>
              <a:rPr lang="en-GB" sz="1000">
                <a:hlinkClick r:id="rId3"/>
              </a:rPr>
              <a:t>http://isss.org/world/index.php</a:t>
            </a:r>
            <a:endParaRPr lang="en-GB" sz="1000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1000"/>
              <a:t>System Dynamics Home Page: </a:t>
            </a:r>
            <a:r>
              <a:rPr lang="en-GB" sz="1000">
                <a:hlinkClick r:id="rId4"/>
              </a:rPr>
              <a:t>http://www.systemdynamics.org/</a:t>
            </a:r>
            <a:endParaRPr lang="en-GB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4D0AF65E-C2FC-4F1C-BA29-726B1AD99123}" vid="{C819DB5F-3A75-4F76-8054-2140069F17A8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0</TotalTime>
  <Words>387</Words>
  <Application>Microsoft Office PowerPoint</Application>
  <PresentationFormat>On-screen Show (4:3)</PresentationFormat>
  <Paragraphs>45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Roboto</vt:lpstr>
      <vt:lpstr>Wingdings</vt:lpstr>
      <vt:lpstr>Theme3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100</cp:revision>
  <dcterms:created xsi:type="dcterms:W3CDTF">2012-01-18T09:02:27Z</dcterms:created>
  <dcterms:modified xsi:type="dcterms:W3CDTF">2024-10-22T10:54:33Z</dcterms:modified>
</cp:coreProperties>
</file>