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63" r:id="rId2"/>
  </p:sldMasterIdLst>
  <p:notesMasterIdLst>
    <p:notesMasterId r:id="rId25"/>
  </p:notesMasterIdLst>
  <p:sldIdLst>
    <p:sldId id="256" r:id="rId3"/>
    <p:sldId id="289" r:id="rId4"/>
    <p:sldId id="290" r:id="rId5"/>
    <p:sldId id="291" r:id="rId6"/>
    <p:sldId id="292" r:id="rId7"/>
    <p:sldId id="281" r:id="rId8"/>
    <p:sldId id="282" r:id="rId9"/>
    <p:sldId id="283" r:id="rId10"/>
    <p:sldId id="284" r:id="rId11"/>
    <p:sldId id="285" r:id="rId12"/>
    <p:sldId id="286" r:id="rId13"/>
    <p:sldId id="287" r:id="rId14"/>
    <p:sldId id="293" r:id="rId15"/>
    <p:sldId id="294" r:id="rId16"/>
    <p:sldId id="295" r:id="rId17"/>
    <p:sldId id="296" r:id="rId18"/>
    <p:sldId id="297" r:id="rId19"/>
    <p:sldId id="298" r:id="rId20"/>
    <p:sldId id="299" r:id="rId21"/>
    <p:sldId id="300" r:id="rId22"/>
    <p:sldId id="301" r:id="rId23"/>
    <p:sldId id="302" r:id="rId24"/>
  </p:sldIdLst>
  <p:sldSz cx="9144000" cy="6858000" type="screen4x3"/>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929F9F4-4A8F-4326-A1B4-22849713DDAB}" styleName="Tmavý styl 1 – zvýraznění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A111915-BE36-4E01-A7E5-04B1672EAD32}" styleName="Světlý styl 2 – zvýraznění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22" autoAdjust="0"/>
    <p:restoredTop sz="94660"/>
  </p:normalViewPr>
  <p:slideViewPr>
    <p:cSldViewPr>
      <p:cViewPr>
        <p:scale>
          <a:sx n="75" d="100"/>
          <a:sy n="75" d="100"/>
        </p:scale>
        <p:origin x="2093" y="18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E52FD0-2B7F-4590-8370-D619BEC2CA47}" type="datetimeFigureOut">
              <a:rPr lang="cs-CZ" smtClean="0"/>
              <a:pPr/>
              <a:t>28.10.2024</a:t>
            </a:fld>
            <a:endParaRPr lang="cs-CZ"/>
          </a:p>
        </p:txBody>
      </p:sp>
      <p:sp>
        <p:nvSpPr>
          <p:cNvPr id="4" name="Zástupný symbol pro obrázek snímk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D245AF-7D79-4A83-A22F-2AF80AC72005}" type="slidenum">
              <a:rPr lang="cs-CZ" smtClean="0"/>
              <a:pPr/>
              <a:t>‹#›</a:t>
            </a:fld>
            <a:endParaRPr lang="cs-CZ"/>
          </a:p>
        </p:txBody>
      </p:sp>
    </p:spTree>
    <p:extLst>
      <p:ext uri="{BB962C8B-B14F-4D97-AF65-F5344CB8AC3E}">
        <p14:creationId xmlns:p14="http://schemas.microsoft.com/office/powerpoint/2010/main" val="3139593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6</a:t>
            </a:fld>
            <a:endParaRPr lang="cs-CZ"/>
          </a:p>
        </p:txBody>
      </p:sp>
    </p:spTree>
    <p:extLst>
      <p:ext uri="{BB962C8B-B14F-4D97-AF65-F5344CB8AC3E}">
        <p14:creationId xmlns:p14="http://schemas.microsoft.com/office/powerpoint/2010/main" val="968347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7</a:t>
            </a:fld>
            <a:endParaRPr lang="cs-CZ"/>
          </a:p>
        </p:txBody>
      </p:sp>
    </p:spTree>
    <p:extLst>
      <p:ext uri="{BB962C8B-B14F-4D97-AF65-F5344CB8AC3E}">
        <p14:creationId xmlns:p14="http://schemas.microsoft.com/office/powerpoint/2010/main" val="1519225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8</a:t>
            </a:fld>
            <a:endParaRPr lang="cs-CZ"/>
          </a:p>
        </p:txBody>
      </p:sp>
    </p:spTree>
    <p:extLst>
      <p:ext uri="{BB962C8B-B14F-4D97-AF65-F5344CB8AC3E}">
        <p14:creationId xmlns:p14="http://schemas.microsoft.com/office/powerpoint/2010/main" val="2217164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9</a:t>
            </a:fld>
            <a:endParaRPr lang="cs-CZ"/>
          </a:p>
        </p:txBody>
      </p:sp>
    </p:spTree>
    <p:extLst>
      <p:ext uri="{BB962C8B-B14F-4D97-AF65-F5344CB8AC3E}">
        <p14:creationId xmlns:p14="http://schemas.microsoft.com/office/powerpoint/2010/main" val="140216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10</a:t>
            </a:fld>
            <a:endParaRPr lang="cs-CZ"/>
          </a:p>
        </p:txBody>
      </p:sp>
    </p:spTree>
    <p:extLst>
      <p:ext uri="{BB962C8B-B14F-4D97-AF65-F5344CB8AC3E}">
        <p14:creationId xmlns:p14="http://schemas.microsoft.com/office/powerpoint/2010/main" val="3572981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11</a:t>
            </a:fld>
            <a:endParaRPr lang="cs-CZ"/>
          </a:p>
        </p:txBody>
      </p:sp>
    </p:spTree>
    <p:extLst>
      <p:ext uri="{BB962C8B-B14F-4D97-AF65-F5344CB8AC3E}">
        <p14:creationId xmlns:p14="http://schemas.microsoft.com/office/powerpoint/2010/main" val="2720805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12</a:t>
            </a:fld>
            <a:endParaRPr lang="cs-CZ"/>
          </a:p>
        </p:txBody>
      </p:sp>
    </p:spTree>
    <p:extLst>
      <p:ext uri="{BB962C8B-B14F-4D97-AF65-F5344CB8AC3E}">
        <p14:creationId xmlns:p14="http://schemas.microsoft.com/office/powerpoint/2010/main" val="102752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13</a:t>
            </a:fld>
            <a:endParaRPr lang="cs-CZ"/>
          </a:p>
        </p:txBody>
      </p:sp>
    </p:spTree>
    <p:extLst>
      <p:ext uri="{BB962C8B-B14F-4D97-AF65-F5344CB8AC3E}">
        <p14:creationId xmlns:p14="http://schemas.microsoft.com/office/powerpoint/2010/main" val="2194266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14</a:t>
            </a:fld>
            <a:endParaRPr lang="cs-CZ"/>
          </a:p>
        </p:txBody>
      </p:sp>
    </p:spTree>
    <p:extLst>
      <p:ext uri="{BB962C8B-B14F-4D97-AF65-F5344CB8AC3E}">
        <p14:creationId xmlns:p14="http://schemas.microsoft.com/office/powerpoint/2010/main" val="1664527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15</a:t>
            </a:fld>
            <a:endParaRPr lang="cs-CZ"/>
          </a:p>
        </p:txBody>
      </p:sp>
    </p:spTree>
    <p:extLst>
      <p:ext uri="{BB962C8B-B14F-4D97-AF65-F5344CB8AC3E}">
        <p14:creationId xmlns:p14="http://schemas.microsoft.com/office/powerpoint/2010/main" val="2386292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16</a:t>
            </a:fld>
            <a:endParaRPr lang="cs-CZ"/>
          </a:p>
        </p:txBody>
      </p:sp>
    </p:spTree>
    <p:extLst>
      <p:ext uri="{BB962C8B-B14F-4D97-AF65-F5344CB8AC3E}">
        <p14:creationId xmlns:p14="http://schemas.microsoft.com/office/powerpoint/2010/main" val="1861960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17</a:t>
            </a:fld>
            <a:endParaRPr lang="cs-CZ"/>
          </a:p>
        </p:txBody>
      </p:sp>
    </p:spTree>
    <p:extLst>
      <p:ext uri="{BB962C8B-B14F-4D97-AF65-F5344CB8AC3E}">
        <p14:creationId xmlns:p14="http://schemas.microsoft.com/office/powerpoint/2010/main" val="2171963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18</a:t>
            </a:fld>
            <a:endParaRPr lang="cs-CZ"/>
          </a:p>
        </p:txBody>
      </p:sp>
    </p:spTree>
    <p:extLst>
      <p:ext uri="{BB962C8B-B14F-4D97-AF65-F5344CB8AC3E}">
        <p14:creationId xmlns:p14="http://schemas.microsoft.com/office/powerpoint/2010/main" val="4261404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19</a:t>
            </a:fld>
            <a:endParaRPr lang="cs-CZ"/>
          </a:p>
        </p:txBody>
      </p:sp>
    </p:spTree>
    <p:extLst>
      <p:ext uri="{BB962C8B-B14F-4D97-AF65-F5344CB8AC3E}">
        <p14:creationId xmlns:p14="http://schemas.microsoft.com/office/powerpoint/2010/main" val="39120853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20</a:t>
            </a:fld>
            <a:endParaRPr lang="cs-CZ"/>
          </a:p>
        </p:txBody>
      </p:sp>
    </p:spTree>
    <p:extLst>
      <p:ext uri="{BB962C8B-B14F-4D97-AF65-F5344CB8AC3E}">
        <p14:creationId xmlns:p14="http://schemas.microsoft.com/office/powerpoint/2010/main" val="34471204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0D245AF-7D79-4A83-A22F-2AF80AC72005}" type="slidenum">
              <a:rPr lang="cs-CZ" smtClean="0"/>
              <a:pPr/>
              <a:t>21</a:t>
            </a:fld>
            <a:endParaRPr lang="cs-CZ"/>
          </a:p>
        </p:txBody>
      </p:sp>
    </p:spTree>
    <p:extLst>
      <p:ext uri="{BB962C8B-B14F-4D97-AF65-F5344CB8AC3E}">
        <p14:creationId xmlns:p14="http://schemas.microsoft.com/office/powerpoint/2010/main" val="3902561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a:xfrm>
            <a:off x="457200" y="1268760"/>
            <a:ext cx="8229600" cy="504056"/>
          </a:xfrm>
        </p:spPr>
        <p:txBody>
          <a:bodyPr/>
          <a:lstStyle/>
          <a:p>
            <a:r>
              <a:rPr lang="cs-CZ"/>
              <a:t>Klepnutím lze upravit styl předlohy nadpisů.</a:t>
            </a:r>
          </a:p>
        </p:txBody>
      </p:sp>
      <p:sp>
        <p:nvSpPr>
          <p:cNvPr id="3" name="Zástupný symbol pro obsah 2"/>
          <p:cNvSpPr>
            <a:spLocks noGrp="1"/>
          </p:cNvSpPr>
          <p:nvPr>
            <p:ph idx="1"/>
          </p:nvPr>
        </p:nvSpPr>
        <p:spPr>
          <a:xfrm>
            <a:off x="457200" y="1916832"/>
            <a:ext cx="8229600" cy="4381947"/>
          </a:xfrm>
        </p:spPr>
        <p:txBody>
          <a:bodyPr/>
          <a:lstStyle/>
          <a:p>
            <a:pPr lvl="0"/>
            <a:r>
              <a:rPr lang="cs-CZ" dirty="0"/>
              <a:t>Klepnutím lze upravit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6"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8"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2"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2130425"/>
            <a:ext cx="7772400" cy="1470025"/>
          </a:xfrm>
        </p:spPr>
        <p:txBody>
          <a:bodyPr/>
          <a:lstStyle/>
          <a:p>
            <a:r>
              <a:rPr lang="cs-CZ"/>
              <a:t>Klepnutím lze upravit styl předlohy nadpisů.</a:t>
            </a:r>
          </a:p>
        </p:txBody>
      </p:sp>
      <p:sp>
        <p:nvSpPr>
          <p:cNvPr id="3" name="Podnadpis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Klepnutím lze upravit styl předlohy podnadpisů.</a:t>
            </a:r>
          </a:p>
        </p:txBody>
      </p:sp>
      <p:sp>
        <p:nvSpPr>
          <p:cNvPr id="9"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8"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1"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cs-CZ"/>
              <a:t>Klepnutím lze upravit styl předlohy nadpisů.</a:t>
            </a:r>
          </a:p>
        </p:txBody>
      </p:sp>
      <p:sp>
        <p:nvSpPr>
          <p:cNvPr id="3" name="Zástupný symbol pro text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Klepnutím lze upravit styly předlohy textu.</a:t>
            </a:r>
          </a:p>
        </p:txBody>
      </p:sp>
      <p:sp>
        <p:nvSpPr>
          <p:cNvPr id="8"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10"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1"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va obsahy">
    <p:spTree>
      <p:nvGrpSpPr>
        <p:cNvPr id="1" name=""/>
        <p:cNvGrpSpPr/>
        <p:nvPr/>
      </p:nvGrpSpPr>
      <p:grpSpPr>
        <a:xfrm>
          <a:off x="0" y="0"/>
          <a:ext cx="0" cy="0"/>
          <a:chOff x="0" y="0"/>
          <a:chExt cx="0" cy="0"/>
        </a:xfrm>
      </p:grpSpPr>
      <p:sp>
        <p:nvSpPr>
          <p:cNvPr id="2" name="Nadpis 1"/>
          <p:cNvSpPr>
            <a:spLocks noGrp="1"/>
          </p:cNvSpPr>
          <p:nvPr>
            <p:ph type="title"/>
          </p:nvPr>
        </p:nvSpPr>
        <p:spPr>
          <a:xfrm>
            <a:off x="457200" y="1268760"/>
            <a:ext cx="8229600" cy="504056"/>
          </a:xfrm>
        </p:spPr>
        <p:txBody>
          <a:bodyPr/>
          <a:lstStyle/>
          <a:p>
            <a:r>
              <a:rPr lang="cs-CZ"/>
              <a:t>Klepnutím lze upravit styl předlohy nadpisů.</a:t>
            </a:r>
          </a:p>
        </p:txBody>
      </p:sp>
      <p:sp>
        <p:nvSpPr>
          <p:cNvPr id="3" name="Zástupný symbol pro obsah 2"/>
          <p:cNvSpPr>
            <a:spLocks noGrp="1"/>
          </p:cNvSpPr>
          <p:nvPr>
            <p:ph sz="half" idx="1"/>
          </p:nvPr>
        </p:nvSpPr>
        <p:spPr>
          <a:xfrm>
            <a:off x="457200" y="1783357"/>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4648200" y="1783357"/>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9"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11"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2"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457200" y="1282750"/>
            <a:ext cx="8229600" cy="634082"/>
          </a:xfrm>
        </p:spPr>
        <p:txBody>
          <a:bodyPr/>
          <a:lstStyle>
            <a:lvl1pPr>
              <a:defRPr/>
            </a:lvl1pPr>
          </a:lstStyle>
          <a:p>
            <a:r>
              <a:rPr lang="cs-CZ"/>
              <a:t>Klepnutím lze upravit styl předlohy nadpisů.</a:t>
            </a:r>
          </a:p>
        </p:txBody>
      </p:sp>
      <p:sp>
        <p:nvSpPr>
          <p:cNvPr id="3" name="Zástupný symbol pro text 2"/>
          <p:cNvSpPr>
            <a:spLocks noGrp="1"/>
          </p:cNvSpPr>
          <p:nvPr>
            <p:ph type="body" idx="1"/>
          </p:nvPr>
        </p:nvSpPr>
        <p:spPr>
          <a:xfrm>
            <a:off x="457200" y="1997150"/>
            <a:ext cx="4040188" cy="639762"/>
          </a:xfrm>
        </p:spPr>
        <p:txBody>
          <a:bodyPr anchor="ctr"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4" name="Zástupný symbol pro obsah 3"/>
          <p:cNvSpPr>
            <a:spLocks noGrp="1"/>
          </p:cNvSpPr>
          <p:nvPr>
            <p:ph sz="half" idx="2"/>
          </p:nvPr>
        </p:nvSpPr>
        <p:spPr>
          <a:xfrm>
            <a:off x="457200" y="2708920"/>
            <a:ext cx="4040188" cy="36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dirty="0"/>
              <a:t>Klepnutím lze upravit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5" name="Zástupný symbol pro text 4"/>
          <p:cNvSpPr>
            <a:spLocks noGrp="1"/>
          </p:cNvSpPr>
          <p:nvPr>
            <p:ph type="body" sz="quarter" idx="3"/>
          </p:nvPr>
        </p:nvSpPr>
        <p:spPr>
          <a:xfrm>
            <a:off x="4645025" y="1997150"/>
            <a:ext cx="4041775" cy="639762"/>
          </a:xfrm>
        </p:spPr>
        <p:txBody>
          <a:bodyPr anchor="ctr"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dirty="0"/>
              <a:t>Klepnutím lze upravit styly předlohy textu.</a:t>
            </a:r>
          </a:p>
        </p:txBody>
      </p:sp>
      <p:sp>
        <p:nvSpPr>
          <p:cNvPr id="6" name="Zástupný symbol pro obsah 5"/>
          <p:cNvSpPr>
            <a:spLocks noGrp="1"/>
          </p:cNvSpPr>
          <p:nvPr>
            <p:ph sz="quarter" idx="4"/>
          </p:nvPr>
        </p:nvSpPr>
        <p:spPr>
          <a:xfrm>
            <a:off x="4645025" y="2708920"/>
            <a:ext cx="4041775" cy="36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dirty="0"/>
              <a:t>Klepnutím lze upravit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1"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13"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4"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a:xfrm>
            <a:off x="457200" y="1277888"/>
            <a:ext cx="8229600" cy="1143000"/>
          </a:xfrm>
        </p:spPr>
        <p:txBody>
          <a:bodyPr/>
          <a:lstStyle/>
          <a:p>
            <a:r>
              <a:rPr lang="cs-CZ"/>
              <a:t>Klepnutím lze upravit styl předlohy nadpisů.</a:t>
            </a:r>
          </a:p>
        </p:txBody>
      </p:sp>
      <p:sp>
        <p:nvSpPr>
          <p:cNvPr id="7"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9"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0"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ázdný">
    <p:spTree>
      <p:nvGrpSpPr>
        <p:cNvPr id="1" name=""/>
        <p:cNvGrpSpPr/>
        <p:nvPr/>
      </p:nvGrpSpPr>
      <p:grpSpPr>
        <a:xfrm>
          <a:off x="0" y="0"/>
          <a:ext cx="0" cy="0"/>
          <a:chOff x="0" y="0"/>
          <a:chExt cx="0" cy="0"/>
        </a:xfrm>
      </p:grpSpPr>
      <p:sp>
        <p:nvSpPr>
          <p:cNvPr id="6"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8"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9"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457200" y="1330846"/>
            <a:ext cx="3008313" cy="1162050"/>
          </a:xfrm>
        </p:spPr>
        <p:txBody>
          <a:bodyPr anchor="b"/>
          <a:lstStyle>
            <a:lvl1pPr algn="l">
              <a:defRPr sz="2000" b="1"/>
            </a:lvl1pPr>
          </a:lstStyle>
          <a:p>
            <a:r>
              <a:rPr lang="cs-CZ"/>
              <a:t>Klepnutím lze upravit styl předlohy nadpisů.</a:t>
            </a:r>
          </a:p>
        </p:txBody>
      </p:sp>
      <p:sp>
        <p:nvSpPr>
          <p:cNvPr id="3" name="Zástupný symbol pro obsah 2"/>
          <p:cNvSpPr>
            <a:spLocks noGrp="1"/>
          </p:cNvSpPr>
          <p:nvPr>
            <p:ph idx="1"/>
          </p:nvPr>
        </p:nvSpPr>
        <p:spPr>
          <a:xfrm>
            <a:off x="3575050" y="1340768"/>
            <a:ext cx="5111750" cy="498901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p:cNvSpPr>
            <a:spLocks noGrp="1"/>
          </p:cNvSpPr>
          <p:nvPr>
            <p:ph type="body" sz="half" idx="2"/>
          </p:nvPr>
        </p:nvSpPr>
        <p:spPr>
          <a:xfrm>
            <a:off x="457200" y="2564904"/>
            <a:ext cx="3008313" cy="37444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
        <p:nvSpPr>
          <p:cNvPr id="9"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11"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2"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1792288" y="5166518"/>
            <a:ext cx="5486400" cy="566738"/>
          </a:xfrm>
        </p:spPr>
        <p:txBody>
          <a:bodyPr anchor="b"/>
          <a:lstStyle>
            <a:lvl1pPr algn="l">
              <a:defRPr sz="2000" b="1"/>
            </a:lvl1pPr>
          </a:lstStyle>
          <a:p>
            <a:r>
              <a:rPr lang="cs-CZ"/>
              <a:t>Klepnutím lze upravit styl předlohy nadpisů.</a:t>
            </a:r>
          </a:p>
        </p:txBody>
      </p:sp>
      <p:sp>
        <p:nvSpPr>
          <p:cNvPr id="3" name="Zástupný symbol pro obrázek 2"/>
          <p:cNvSpPr>
            <a:spLocks noGrp="1"/>
          </p:cNvSpPr>
          <p:nvPr>
            <p:ph type="pic" idx="1"/>
          </p:nvPr>
        </p:nvSpPr>
        <p:spPr>
          <a:xfrm>
            <a:off x="1792288" y="1340768"/>
            <a:ext cx="5486400" cy="374441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p:cNvSpPr>
            <a:spLocks noGrp="1"/>
          </p:cNvSpPr>
          <p:nvPr>
            <p:ph type="body" sz="half" idx="2"/>
          </p:nvPr>
        </p:nvSpPr>
        <p:spPr>
          <a:xfrm>
            <a:off x="1792288" y="5805264"/>
            <a:ext cx="5486400" cy="50405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
        <p:nvSpPr>
          <p:cNvPr id="9"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11"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2"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a:xfrm>
            <a:off x="457200" y="1277888"/>
            <a:ext cx="8229600" cy="782960"/>
          </a:xfrm>
        </p:spPr>
        <p:txBody>
          <a:bodyPr/>
          <a:lstStyle/>
          <a:p>
            <a:r>
              <a:rPr lang="cs-CZ"/>
              <a:t>Klepnutím lze upravit styl předlohy nadpisů.</a:t>
            </a:r>
          </a:p>
        </p:txBody>
      </p:sp>
      <p:sp>
        <p:nvSpPr>
          <p:cNvPr id="3" name="Zástupný symbol pro svislý text 2"/>
          <p:cNvSpPr>
            <a:spLocks noGrp="1"/>
          </p:cNvSpPr>
          <p:nvPr>
            <p:ph type="body" orient="vert" idx="1"/>
          </p:nvPr>
        </p:nvSpPr>
        <p:spPr>
          <a:xfrm>
            <a:off x="457200" y="2132856"/>
            <a:ext cx="8229600" cy="4176464"/>
          </a:xfrm>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8"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10"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1"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629400" y="1268760"/>
            <a:ext cx="2057400" cy="5040560"/>
          </a:xfrm>
        </p:spPr>
        <p:txBody>
          <a:bodyPr vert="eaVert"/>
          <a:lstStyle/>
          <a:p>
            <a:r>
              <a:rPr lang="cs-CZ"/>
              <a:t>Klepnutím lze upravit styl předlohy nadpisů.</a:t>
            </a:r>
          </a:p>
        </p:txBody>
      </p:sp>
      <p:sp>
        <p:nvSpPr>
          <p:cNvPr id="3" name="Zástupný symbol pro svislý text 2"/>
          <p:cNvSpPr>
            <a:spLocks noGrp="1"/>
          </p:cNvSpPr>
          <p:nvPr>
            <p:ph type="body" orient="vert" idx="1"/>
          </p:nvPr>
        </p:nvSpPr>
        <p:spPr>
          <a:xfrm>
            <a:off x="457200" y="1268760"/>
            <a:ext cx="6019800" cy="5040560"/>
          </a:xfrm>
        </p:spPr>
        <p:txBody>
          <a:bodyPr vert="eaVert"/>
          <a:lstStyle/>
          <a:p>
            <a:pPr lvl="0"/>
            <a:r>
              <a:rPr lang="cs-CZ" dirty="0"/>
              <a:t>Klepnutím lze upravit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8"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10"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1"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Úvodní snímek 1">
    <p:spTree>
      <p:nvGrpSpPr>
        <p:cNvPr id="1" name=""/>
        <p:cNvGrpSpPr/>
        <p:nvPr/>
      </p:nvGrpSpPr>
      <p:grpSpPr>
        <a:xfrm>
          <a:off x="0" y="0"/>
          <a:ext cx="0" cy="0"/>
          <a:chOff x="0" y="0"/>
          <a:chExt cx="0" cy="0"/>
        </a:xfrm>
      </p:grpSpPr>
      <p:sp>
        <p:nvSpPr>
          <p:cNvPr id="19" name="Zástupný symbol pro text 3">
            <a:extLst>
              <a:ext uri="{FF2B5EF4-FFF2-40B4-BE49-F238E27FC236}">
                <a16:creationId xmlns:a16="http://schemas.microsoft.com/office/drawing/2014/main" id="{3E1E80FF-CDE1-4659-A50D-18C8BA373478}"/>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A3072F3-67BD-48D5-A6DA-38E4E24F7F23}" type="datetime3">
              <a:rPr lang="cs-CZ" smtClean="0"/>
              <a:pPr/>
              <a:t>28/10/24</a:t>
            </a:fld>
            <a:endParaRPr lang="en-US" dirty="0"/>
          </a:p>
        </p:txBody>
      </p:sp>
      <p:sp>
        <p:nvSpPr>
          <p:cNvPr id="10" name="Obdélník 9">
            <a:extLst>
              <a:ext uri="{FF2B5EF4-FFF2-40B4-BE49-F238E27FC236}">
                <a16:creationId xmlns:a16="http://schemas.microsoft.com/office/drawing/2014/main" id="{024B457C-E1CC-4DF8-B068-F9E0D15995C0}"/>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12" name="TextovéPole 11">
            <a:extLst>
              <a:ext uri="{FF2B5EF4-FFF2-40B4-BE49-F238E27FC236}">
                <a16:creationId xmlns:a16="http://schemas.microsoft.com/office/drawing/2014/main" id="{903BDD9C-B482-4C8C-BAAA-47D61575D20D}"/>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7" name="Zástupný symbol obrázku 3">
            <a:extLst>
              <a:ext uri="{FF2B5EF4-FFF2-40B4-BE49-F238E27FC236}">
                <a16:creationId xmlns:a16="http://schemas.microsoft.com/office/drawing/2014/main" id="{81CEE838-8921-437D-853F-408EC4B07EB5}"/>
              </a:ext>
            </a:extLst>
          </p:cNvPr>
          <p:cNvSpPr>
            <a:spLocks noGrp="1"/>
          </p:cNvSpPr>
          <p:nvPr>
            <p:ph type="pic" sz="quarter" idx="10"/>
          </p:nvPr>
        </p:nvSpPr>
        <p:spPr>
          <a:xfrm>
            <a:off x="0" y="0"/>
            <a:ext cx="9144000" cy="5334000"/>
          </a:xfrm>
          <a:prstGeom prst="rect">
            <a:avLst/>
          </a:prstGeom>
        </p:spPr>
        <p:txBody>
          <a:bodyPr lIns="180000" tIns="180000" rIns="180000" bIns="180000"/>
          <a:lstStyle/>
          <a:p>
            <a:r>
              <a:rPr lang="cs-CZ"/>
              <a:t>Kliknutím na ikonu přidáte obrázek.</a:t>
            </a:r>
            <a:endParaRPr lang="cs-CZ" dirty="0"/>
          </a:p>
        </p:txBody>
      </p:sp>
      <p:sp>
        <p:nvSpPr>
          <p:cNvPr id="21" name="Zástupný symbol pro text 4">
            <a:extLst>
              <a:ext uri="{FF2B5EF4-FFF2-40B4-BE49-F238E27FC236}">
                <a16:creationId xmlns:a16="http://schemas.microsoft.com/office/drawing/2014/main" id="{E690251E-0C52-4982-8171-60DC0B794B2A}"/>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1" name="Obrázek 10" descr="Obsah obrázku text&#10;&#10;Popis byl vytvořen automaticky">
            <a:extLst>
              <a:ext uri="{FF2B5EF4-FFF2-40B4-BE49-F238E27FC236}">
                <a16:creationId xmlns:a16="http://schemas.microsoft.com/office/drawing/2014/main" id="{7E8A1E33-5B28-2C43-AFFB-11AF0DAF4A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3055188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Úvodní snímek 2">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25A95B17-73AF-43C9-B939-77EAE9071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 y="0"/>
            <a:ext cx="9142206" cy="5352000"/>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C34FDD2F-081D-4C6E-B8F7-EDE09A5F0ADA}" type="datetime3">
              <a:rPr lang="cs-CZ" smtClean="0"/>
              <a:pPr/>
              <a:t>28/10/24</a:t>
            </a:fld>
            <a:endParaRPr lang="en-US" dirty="0"/>
          </a:p>
        </p:txBody>
      </p:sp>
      <p:sp>
        <p:nvSpPr>
          <p:cNvPr id="14" name="Obdélník 13">
            <a:extLst>
              <a:ext uri="{FF2B5EF4-FFF2-40B4-BE49-F238E27FC236}">
                <a16:creationId xmlns:a16="http://schemas.microsoft.com/office/drawing/2014/main" id="{701651B9-8DB1-4417-B27C-E73923C98BA2}"/>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19" name="TextovéPole 18">
            <a:extLst>
              <a:ext uri="{FF2B5EF4-FFF2-40B4-BE49-F238E27FC236}">
                <a16:creationId xmlns:a16="http://schemas.microsoft.com/office/drawing/2014/main" id="{EC0724D5-0E83-4994-8DB9-7A30BDB88977}"/>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3">
            <a:extLst>
              <a:ext uri="{FF2B5EF4-FFF2-40B4-BE49-F238E27FC236}">
                <a16:creationId xmlns:a16="http://schemas.microsoft.com/office/drawing/2014/main" id="{8B80490D-70E9-4F37-B670-B92332575E28}"/>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1" name="Zástupný symbol pro text 4">
            <a:extLst>
              <a:ext uri="{FF2B5EF4-FFF2-40B4-BE49-F238E27FC236}">
                <a16:creationId xmlns:a16="http://schemas.microsoft.com/office/drawing/2014/main" id="{C22D2AE3-7756-458C-8A84-0DE8F08D476D}"/>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8B6B0297-ABC7-F84B-85A8-4DFECC7F51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3937877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Úvodní snímek 3">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4CF31F7D-C775-4367-BA11-D7AC53523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9144000" cy="5353050"/>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B38285AB-CF97-4232-BE10-B88E3BDDB1D5}" type="datetime3">
              <a:rPr lang="cs-CZ" smtClean="0"/>
              <a:pPr/>
              <a:t>28/10/24</a:t>
            </a:fld>
            <a:endParaRPr lang="en-US" dirty="0"/>
          </a:p>
        </p:txBody>
      </p:sp>
      <p:sp>
        <p:nvSpPr>
          <p:cNvPr id="19" name="Obdélník 18">
            <a:extLst>
              <a:ext uri="{FF2B5EF4-FFF2-40B4-BE49-F238E27FC236}">
                <a16:creationId xmlns:a16="http://schemas.microsoft.com/office/drawing/2014/main" id="{A5FBF3AD-5E16-47E0-9F0F-471206626283}"/>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22" name="TextovéPole 21">
            <a:extLst>
              <a:ext uri="{FF2B5EF4-FFF2-40B4-BE49-F238E27FC236}">
                <a16:creationId xmlns:a16="http://schemas.microsoft.com/office/drawing/2014/main" id="{1DDA62E2-FE7A-4AFA-8044-1ED14126E701}"/>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4">
            <a:extLst>
              <a:ext uri="{FF2B5EF4-FFF2-40B4-BE49-F238E27FC236}">
                <a16:creationId xmlns:a16="http://schemas.microsoft.com/office/drawing/2014/main" id="{7602487F-3C29-4D79-9418-0A036B9FED09}"/>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sp>
        <p:nvSpPr>
          <p:cNvPr id="14" name="Zástupný symbol pro text 3">
            <a:extLst>
              <a:ext uri="{FF2B5EF4-FFF2-40B4-BE49-F238E27FC236}">
                <a16:creationId xmlns:a16="http://schemas.microsoft.com/office/drawing/2014/main" id="{F844F9EC-3F8E-4C04-9939-5FE5833C6270}"/>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61B65073-2151-4C4E-9C3C-651867FC29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1470840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Úvodní snímek 4">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79C5E546-3806-41A1-87D3-7E4A64F7A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9143999" cy="5353049"/>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FD88474-3A3C-4512-AC5F-5F2CF8376263}" type="datetime3">
              <a:rPr lang="cs-CZ" smtClean="0"/>
              <a:pPr/>
              <a:t>28/10/24</a:t>
            </a:fld>
            <a:endParaRPr lang="en-US" dirty="0"/>
          </a:p>
        </p:txBody>
      </p:sp>
      <p:sp>
        <p:nvSpPr>
          <p:cNvPr id="19" name="Obdélník 18">
            <a:extLst>
              <a:ext uri="{FF2B5EF4-FFF2-40B4-BE49-F238E27FC236}">
                <a16:creationId xmlns:a16="http://schemas.microsoft.com/office/drawing/2014/main" id="{CD5BF138-FAF5-4C22-A496-6023824A8182}"/>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22" name="TextovéPole 21">
            <a:extLst>
              <a:ext uri="{FF2B5EF4-FFF2-40B4-BE49-F238E27FC236}">
                <a16:creationId xmlns:a16="http://schemas.microsoft.com/office/drawing/2014/main" id="{576E8AF4-6C04-4AD5-A275-DAF437588F37}"/>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3">
            <a:extLst>
              <a:ext uri="{FF2B5EF4-FFF2-40B4-BE49-F238E27FC236}">
                <a16:creationId xmlns:a16="http://schemas.microsoft.com/office/drawing/2014/main" id="{75E6743E-3013-43C0-BCEE-F198C0D12E42}"/>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4" name="Zástupný symbol pro text 4">
            <a:extLst>
              <a:ext uri="{FF2B5EF4-FFF2-40B4-BE49-F238E27FC236}">
                <a16:creationId xmlns:a16="http://schemas.microsoft.com/office/drawing/2014/main" id="{67A4E56B-2C18-40EB-A1CF-C76A3F36BEBA}"/>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227D3A48-039E-724E-82EF-4F01CA8E06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771321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Úvodní snímek 5">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25A95B17-73AF-43C9-B939-77EAE9071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9144000" cy="5353049"/>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C34FDD2F-081D-4C6E-B8F7-EDE09A5F0ADA}" type="datetime3">
              <a:rPr lang="cs-CZ" smtClean="0"/>
              <a:pPr/>
              <a:t>28/10/24</a:t>
            </a:fld>
            <a:endParaRPr lang="en-US" dirty="0"/>
          </a:p>
        </p:txBody>
      </p:sp>
      <p:sp>
        <p:nvSpPr>
          <p:cNvPr id="14" name="Obdélník 13">
            <a:extLst>
              <a:ext uri="{FF2B5EF4-FFF2-40B4-BE49-F238E27FC236}">
                <a16:creationId xmlns:a16="http://schemas.microsoft.com/office/drawing/2014/main" id="{701651B9-8DB1-4417-B27C-E73923C98BA2}"/>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19" name="TextovéPole 18">
            <a:extLst>
              <a:ext uri="{FF2B5EF4-FFF2-40B4-BE49-F238E27FC236}">
                <a16:creationId xmlns:a16="http://schemas.microsoft.com/office/drawing/2014/main" id="{EC0724D5-0E83-4994-8DB9-7A30BDB88977}"/>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3">
            <a:extLst>
              <a:ext uri="{FF2B5EF4-FFF2-40B4-BE49-F238E27FC236}">
                <a16:creationId xmlns:a16="http://schemas.microsoft.com/office/drawing/2014/main" id="{8B80490D-70E9-4F37-B670-B92332575E28}"/>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1" name="Zástupný symbol pro text 4">
            <a:extLst>
              <a:ext uri="{FF2B5EF4-FFF2-40B4-BE49-F238E27FC236}">
                <a16:creationId xmlns:a16="http://schemas.microsoft.com/office/drawing/2014/main" id="{C22D2AE3-7756-458C-8A84-0DE8F08D476D}"/>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5" name="Obrázek 14" descr="Obsah obrázku text&#10;&#10;Popis byl vytvořen automaticky">
            <a:extLst>
              <a:ext uri="{FF2B5EF4-FFF2-40B4-BE49-F238E27FC236}">
                <a16:creationId xmlns:a16="http://schemas.microsoft.com/office/drawing/2014/main" id="{E19424E9-4DDB-CF40-92C3-F70E307154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2399335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Oddíl - Předěl - Kapitola 1">
    <p:spTree>
      <p:nvGrpSpPr>
        <p:cNvPr id="1" name=""/>
        <p:cNvGrpSpPr/>
        <p:nvPr/>
      </p:nvGrpSpPr>
      <p:grpSpPr>
        <a:xfrm>
          <a:off x="0" y="0"/>
          <a:ext cx="0" cy="0"/>
          <a:chOff x="0" y="0"/>
          <a:chExt cx="0" cy="0"/>
        </a:xfrm>
      </p:grpSpPr>
      <p:pic>
        <p:nvPicPr>
          <p:cNvPr id="3" name="Obrázek 2" descr="Obsah obrázku text&#10;&#10;Popis byl vytvořen automaticky">
            <a:extLst>
              <a:ext uri="{FF2B5EF4-FFF2-40B4-BE49-F238E27FC236}">
                <a16:creationId xmlns:a16="http://schemas.microsoft.com/office/drawing/2014/main" id="{93899535-AA89-8F4E-97C4-9FA4F0DD5E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
        <p:nvSpPr>
          <p:cNvPr id="4" name="Obdélník 3">
            <a:extLst>
              <a:ext uri="{FF2B5EF4-FFF2-40B4-BE49-F238E27FC236}">
                <a16:creationId xmlns:a16="http://schemas.microsoft.com/office/drawing/2014/main" id="{8DD13F2A-11D3-42C8-83F3-81FF4931281C}"/>
              </a:ext>
            </a:extLst>
          </p:cNvPr>
          <p:cNvSpPr/>
          <p:nvPr/>
        </p:nvSpPr>
        <p:spPr>
          <a:xfrm>
            <a:off x="500063" y="724896"/>
            <a:ext cx="8143875" cy="5408208"/>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dirty="0"/>
          </a:p>
        </p:txBody>
      </p:sp>
      <p:sp>
        <p:nvSpPr>
          <p:cNvPr id="6" name="Zástupný symbol pro text 3">
            <a:extLst>
              <a:ext uri="{FF2B5EF4-FFF2-40B4-BE49-F238E27FC236}">
                <a16:creationId xmlns:a16="http://schemas.microsoft.com/office/drawing/2014/main" id="{137FF405-C523-4C6D-A210-824A893F5307}"/>
              </a:ext>
            </a:extLst>
          </p:cNvPr>
          <p:cNvSpPr>
            <a:spLocks noGrp="1"/>
          </p:cNvSpPr>
          <p:nvPr>
            <p:ph type="body" sz="quarter" idx="12"/>
          </p:nvPr>
        </p:nvSpPr>
        <p:spPr>
          <a:xfrm>
            <a:off x="814388" y="2899075"/>
            <a:ext cx="7522369" cy="1059851"/>
          </a:xfrm>
          <a:prstGeom prst="rect">
            <a:avLst/>
          </a:prstGeom>
        </p:spPr>
        <p:txBody>
          <a:bodyPr anchor="ctr" anchorCtr="0">
            <a:normAutofit/>
          </a:bodyPr>
          <a:lstStyle>
            <a:lvl1pPr marL="0" indent="0" algn="ctr">
              <a:lnSpc>
                <a:spcPct val="100000"/>
              </a:lnSpc>
              <a:spcBef>
                <a:spcPts val="0"/>
              </a:spcBef>
              <a:buNone/>
              <a:defRPr sz="4000">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Tree>
    <p:extLst>
      <p:ext uri="{BB962C8B-B14F-4D97-AF65-F5344CB8AC3E}">
        <p14:creationId xmlns:p14="http://schemas.microsoft.com/office/powerpoint/2010/main" val="1087256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Oddíl - Předěl - Kapitola 2">
    <p:spTree>
      <p:nvGrpSpPr>
        <p:cNvPr id="1" name=""/>
        <p:cNvGrpSpPr/>
        <p:nvPr/>
      </p:nvGrpSpPr>
      <p:grpSpPr>
        <a:xfrm>
          <a:off x="0" y="0"/>
          <a:ext cx="0" cy="0"/>
          <a:chOff x="0" y="0"/>
          <a:chExt cx="0" cy="0"/>
        </a:xfrm>
      </p:grpSpPr>
      <p:pic>
        <p:nvPicPr>
          <p:cNvPr id="5" name="Obrázek 4" descr="Obsah obrázku text&#10;&#10;Popis byl vytvořen automaticky">
            <a:extLst>
              <a:ext uri="{FF2B5EF4-FFF2-40B4-BE49-F238E27FC236}">
                <a16:creationId xmlns:a16="http://schemas.microsoft.com/office/drawing/2014/main" id="{B3F927B1-1D31-1749-A32D-E5B899D0E9D8}"/>
              </a:ext>
            </a:extLst>
          </p:cNvPr>
          <p:cNvPicPr>
            <a:picLocks noChangeAspect="1"/>
          </p:cNvPicPr>
          <p:nvPr/>
        </p:nvPicPr>
        <p:blipFill>
          <a:blip r:embed="rId2" cstate="print">
            <a:duotone>
              <a:prstClr val="black"/>
              <a:srgbClr val="BFBFBF">
                <a:tint val="45000"/>
                <a:satMod val="400000"/>
              </a:srgbClr>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359677" y="6123264"/>
            <a:ext cx="1689456" cy="734737"/>
          </a:xfrm>
          <a:prstGeom prst="rect">
            <a:avLst/>
          </a:prstGeom>
        </p:spPr>
      </p:pic>
      <p:sp>
        <p:nvSpPr>
          <p:cNvPr id="4" name="Obdélník 3">
            <a:extLst>
              <a:ext uri="{FF2B5EF4-FFF2-40B4-BE49-F238E27FC236}">
                <a16:creationId xmlns:a16="http://schemas.microsoft.com/office/drawing/2014/main" id="{8DD13F2A-11D3-42C8-83F3-81FF4931281C}"/>
              </a:ext>
            </a:extLst>
          </p:cNvPr>
          <p:cNvSpPr/>
          <p:nvPr/>
        </p:nvSpPr>
        <p:spPr>
          <a:xfrm>
            <a:off x="500063" y="724896"/>
            <a:ext cx="8143875" cy="540820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dirty="0"/>
          </a:p>
        </p:txBody>
      </p:sp>
      <p:sp>
        <p:nvSpPr>
          <p:cNvPr id="7" name="Zástupný symbol pro text 3">
            <a:extLst>
              <a:ext uri="{FF2B5EF4-FFF2-40B4-BE49-F238E27FC236}">
                <a16:creationId xmlns:a16="http://schemas.microsoft.com/office/drawing/2014/main" id="{FD279ADA-FDAB-4914-9469-CB105F4C58BE}"/>
              </a:ext>
            </a:extLst>
          </p:cNvPr>
          <p:cNvSpPr>
            <a:spLocks noGrp="1"/>
          </p:cNvSpPr>
          <p:nvPr>
            <p:ph type="body" sz="quarter" idx="12"/>
          </p:nvPr>
        </p:nvSpPr>
        <p:spPr>
          <a:xfrm>
            <a:off x="785813" y="2899075"/>
            <a:ext cx="7615238" cy="1059851"/>
          </a:xfrm>
          <a:prstGeom prst="rect">
            <a:avLst/>
          </a:prstGeom>
        </p:spPr>
        <p:txBody>
          <a:bodyPr anchor="ctr" anchorCtr="0">
            <a:normAutofit/>
          </a:bodyPr>
          <a:lstStyle>
            <a:lvl1pPr marL="0" indent="0" algn="ctr">
              <a:lnSpc>
                <a:spcPct val="100000"/>
              </a:lnSpc>
              <a:spcBef>
                <a:spcPts val="0"/>
              </a:spcBef>
              <a:buNone/>
              <a:defRPr sz="4000">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Tree>
    <p:extLst>
      <p:ext uri="{BB962C8B-B14F-4D97-AF65-F5344CB8AC3E}">
        <p14:creationId xmlns:p14="http://schemas.microsoft.com/office/powerpoint/2010/main" val="18443655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Oddíl - Předěl - Kapitola 3">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79C5E546-3806-41A1-87D3-7E4A64F7A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00" y="736270"/>
            <a:ext cx="8134503" cy="5359500"/>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806116" y="2899075"/>
            <a:ext cx="7555832" cy="1059851"/>
          </a:xfrm>
          <a:prstGeom prst="rect">
            <a:avLst/>
          </a:prstGeom>
          <a:effectLst>
            <a:outerShdw blurRad="50800" dist="38100" dir="16200000" rotWithShape="0">
              <a:prstClr val="black">
                <a:alpha val="40000"/>
              </a:prstClr>
            </a:outerShdw>
          </a:effectLst>
        </p:spPr>
        <p:txBody>
          <a:bodyPr anchor="ctr" anchorCtr="0">
            <a:normAutofit/>
          </a:bodyPr>
          <a:lstStyle>
            <a:lvl1pPr marL="0" indent="0" algn="ctr">
              <a:lnSpc>
                <a:spcPct val="100000"/>
              </a:lnSpc>
              <a:spcBef>
                <a:spcPts val="0"/>
              </a:spcBef>
              <a:buNone/>
              <a:defRPr sz="4000">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8" name="Obrázek 7" descr="Obsah obrázku text&#10;&#10;Popis byl vytvořen automaticky">
            <a:extLst>
              <a:ext uri="{FF2B5EF4-FFF2-40B4-BE49-F238E27FC236}">
                <a16:creationId xmlns:a16="http://schemas.microsoft.com/office/drawing/2014/main" id="{7C4858C6-8C38-2B41-8CFE-1254036B4C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24801053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Oddíl - Předěl - Kapitola 4">
    <p:spTree>
      <p:nvGrpSpPr>
        <p:cNvPr id="1" name=""/>
        <p:cNvGrpSpPr/>
        <p:nvPr/>
      </p:nvGrpSpPr>
      <p:grpSpPr>
        <a:xfrm>
          <a:off x="0" y="0"/>
          <a:ext cx="0" cy="0"/>
          <a:chOff x="0" y="0"/>
          <a:chExt cx="0" cy="0"/>
        </a:xfrm>
      </p:grpSpPr>
      <p:pic>
        <p:nvPicPr>
          <p:cNvPr id="2" name="Obráze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00" y="728249"/>
            <a:ext cx="8134503" cy="5359500"/>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806116" y="2899075"/>
            <a:ext cx="7555832" cy="1059851"/>
          </a:xfrm>
          <a:prstGeom prst="rect">
            <a:avLst/>
          </a:prstGeom>
          <a:effectLst>
            <a:outerShdw blurRad="50800" dist="38100" dir="16200000" rotWithShape="0">
              <a:prstClr val="black">
                <a:alpha val="40000"/>
              </a:prstClr>
            </a:outerShdw>
          </a:effectLst>
        </p:spPr>
        <p:txBody>
          <a:bodyPr anchor="ctr" anchorCtr="0">
            <a:normAutofit/>
          </a:bodyPr>
          <a:lstStyle>
            <a:lvl1pPr marL="0" indent="0" algn="ctr">
              <a:lnSpc>
                <a:spcPct val="100000"/>
              </a:lnSpc>
              <a:spcBef>
                <a:spcPts val="0"/>
              </a:spcBef>
              <a:buNone/>
              <a:defRPr sz="4000">
                <a:solidFill>
                  <a:srgbClr val="C80C0F"/>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5" name="Obrázek 4" descr="Obsah obrázku text&#10;&#10;Popis byl vytvořen automaticky">
            <a:extLst>
              <a:ext uri="{FF2B5EF4-FFF2-40B4-BE49-F238E27FC236}">
                <a16:creationId xmlns:a16="http://schemas.microsoft.com/office/drawing/2014/main" id="{D96739DC-B272-A942-A9ED-76826B0255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20402455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Oddíl - Předěl - Kapitola 5">
    <p:spTree>
      <p:nvGrpSpPr>
        <p:cNvPr id="1" name=""/>
        <p:cNvGrpSpPr/>
        <p:nvPr/>
      </p:nvGrpSpPr>
      <p:grpSpPr>
        <a:xfrm>
          <a:off x="0" y="0"/>
          <a:ext cx="0" cy="0"/>
          <a:chOff x="0" y="0"/>
          <a:chExt cx="0" cy="0"/>
        </a:xfrm>
      </p:grpSpPr>
      <p:pic>
        <p:nvPicPr>
          <p:cNvPr id="3" name="Obráze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934" y="719999"/>
            <a:ext cx="8130633" cy="5356951"/>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806116" y="2899075"/>
            <a:ext cx="7555832" cy="1920000"/>
          </a:xfrm>
          <a:prstGeom prst="rect">
            <a:avLst/>
          </a:prstGeom>
          <a:solidFill>
            <a:schemeClr val="bg1"/>
          </a:solidFill>
          <a:effectLst/>
        </p:spPr>
        <p:txBody>
          <a:bodyPr anchor="ctr" anchorCtr="0">
            <a:normAutofit/>
          </a:bodyPr>
          <a:lstStyle>
            <a:lvl1pPr marL="0" indent="0" algn="ctr">
              <a:lnSpc>
                <a:spcPct val="100000"/>
              </a:lnSpc>
              <a:spcBef>
                <a:spcPts val="0"/>
              </a:spcBef>
              <a:buNone/>
              <a:defRPr sz="4000">
                <a:solidFill>
                  <a:schemeClr val="tx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5" name="Obrázek 4" descr="Obsah obrázku text&#10;&#10;Popis byl vytvořen automaticky">
            <a:extLst>
              <a:ext uri="{FF2B5EF4-FFF2-40B4-BE49-F238E27FC236}">
                <a16:creationId xmlns:a16="http://schemas.microsoft.com/office/drawing/2014/main" id="{587EC3D4-E53B-5446-B515-D3099FF581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40923473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Oddíl - Předěl - Kapitola 6">
    <p:spTree>
      <p:nvGrpSpPr>
        <p:cNvPr id="1" name=""/>
        <p:cNvGrpSpPr/>
        <p:nvPr/>
      </p:nvGrpSpPr>
      <p:grpSpPr>
        <a:xfrm>
          <a:off x="0" y="0"/>
          <a:ext cx="0" cy="0"/>
          <a:chOff x="0" y="0"/>
          <a:chExt cx="0" cy="0"/>
        </a:xfrm>
      </p:grpSpPr>
      <p:sp>
        <p:nvSpPr>
          <p:cNvPr id="8" name="Zástupný symbol pro text 3">
            <a:extLst>
              <a:ext uri="{FF2B5EF4-FFF2-40B4-BE49-F238E27FC236}">
                <a16:creationId xmlns:a16="http://schemas.microsoft.com/office/drawing/2014/main" id="{A6D9A389-F059-4682-BB5E-006EEEC6D29D}"/>
              </a:ext>
            </a:extLst>
          </p:cNvPr>
          <p:cNvSpPr>
            <a:spLocks noGrp="1"/>
          </p:cNvSpPr>
          <p:nvPr>
            <p:ph type="body" sz="quarter" idx="12"/>
          </p:nvPr>
        </p:nvSpPr>
        <p:spPr>
          <a:xfrm>
            <a:off x="500063" y="2899075"/>
            <a:ext cx="8143875" cy="1059851"/>
          </a:xfrm>
          <a:prstGeom prst="rect">
            <a:avLst/>
          </a:prstGeom>
        </p:spPr>
        <p:txBody>
          <a:bodyPr anchor="ctr" anchorCtr="0">
            <a:normAutofit/>
          </a:bodyPr>
          <a:lstStyle>
            <a:lvl1pPr marL="0" indent="0" algn="ctr">
              <a:lnSpc>
                <a:spcPct val="100000"/>
              </a:lnSpc>
              <a:spcBef>
                <a:spcPts val="0"/>
              </a:spcBef>
              <a:buNone/>
              <a:defRPr sz="40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5" name="Zástupný symbol obrázku 3">
            <a:extLst>
              <a:ext uri="{FF2B5EF4-FFF2-40B4-BE49-F238E27FC236}">
                <a16:creationId xmlns:a16="http://schemas.microsoft.com/office/drawing/2014/main" id="{8E8F7AB6-976A-4CB0-A0AE-8B783479B5E9}"/>
              </a:ext>
            </a:extLst>
          </p:cNvPr>
          <p:cNvSpPr>
            <a:spLocks noGrp="1"/>
          </p:cNvSpPr>
          <p:nvPr>
            <p:ph type="pic" sz="quarter" idx="10"/>
          </p:nvPr>
        </p:nvSpPr>
        <p:spPr>
          <a:xfrm>
            <a:off x="500063" y="724799"/>
            <a:ext cx="8137800" cy="5407200"/>
          </a:xfrm>
          <a:prstGeom prst="rect">
            <a:avLst/>
          </a:prstGeom>
        </p:spPr>
        <p:txBody>
          <a:bodyPr/>
          <a:lstStyle/>
          <a:p>
            <a:r>
              <a:rPr lang="cs-CZ"/>
              <a:t>Kliknutím na ikonu přidáte obrázek.</a:t>
            </a:r>
          </a:p>
        </p:txBody>
      </p:sp>
      <p:pic>
        <p:nvPicPr>
          <p:cNvPr id="7" name="Obrázek 6" descr="Obsah obrázku text&#10;&#10;Popis byl vytvořen automaticky">
            <a:extLst>
              <a:ext uri="{FF2B5EF4-FFF2-40B4-BE49-F238E27FC236}">
                <a16:creationId xmlns:a16="http://schemas.microsoft.com/office/drawing/2014/main" id="{8DDC546C-2D13-A947-8672-83BE19C04B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3585900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ový slide 1">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pic>
        <p:nvPicPr>
          <p:cNvPr id="9" name="Obrázek 8">
            <a:extLst>
              <a:ext uri="{FF2B5EF4-FFF2-40B4-BE49-F238E27FC236}">
                <a16:creationId xmlns:a16="http://schemas.microsoft.com/office/drawing/2014/main" id="{F4A793D0-309B-40EC-A585-1DA5E9501812}"/>
              </a:ext>
            </a:extLst>
          </p:cNvPr>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240765" y="2385457"/>
            <a:ext cx="2394285" cy="3835461"/>
          </a:xfrm>
          <a:prstGeom prst="rect">
            <a:avLst/>
          </a:prstGeom>
        </p:spPr>
      </p:pic>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667322"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667322"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7" name="TextovéPole 16">
            <a:extLst>
              <a:ext uri="{FF2B5EF4-FFF2-40B4-BE49-F238E27FC236}">
                <a16:creationId xmlns:a16="http://schemas.microsoft.com/office/drawing/2014/main" id="{DED13C98-A460-4EE5-BFBB-681BBDA81D3B}"/>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0"/>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TextovéPole 11">
            <a:extLst>
              <a:ext uri="{FF2B5EF4-FFF2-40B4-BE49-F238E27FC236}">
                <a16:creationId xmlns:a16="http://schemas.microsoft.com/office/drawing/2014/main" id="{2C766699-8A1C-452E-BA3A-E469A225BEE7}"/>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
        <p:nvSpPr>
          <p:cNvPr id="13" name="Zástupný symbol pro text 6">
            <a:extLst>
              <a:ext uri="{FF2B5EF4-FFF2-40B4-BE49-F238E27FC236}">
                <a16:creationId xmlns:a16="http://schemas.microsoft.com/office/drawing/2014/main" id="{8BE1237B-FF84-4FBE-AC1D-9DB2202BD76B}"/>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20" name="Zástupný symbol pro text 13">
            <a:extLst>
              <a:ext uri="{FF2B5EF4-FFF2-40B4-BE49-F238E27FC236}">
                <a16:creationId xmlns:a16="http://schemas.microsoft.com/office/drawing/2014/main" id="{4C33C50D-A72F-494F-B092-15858B2C6CC1}"/>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2" name="TextovéPole 1">
            <a:extLst>
              <a:ext uri="{FF2B5EF4-FFF2-40B4-BE49-F238E27FC236}">
                <a16:creationId xmlns:a16="http://schemas.microsoft.com/office/drawing/2014/main" id="{631BC1C8-BCF5-484D-8C94-7FAA0AE50120}"/>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739684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ový slide 2">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841982"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841982"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Zástupný symbol pro text 6">
            <a:extLst>
              <a:ext uri="{FF2B5EF4-FFF2-40B4-BE49-F238E27FC236}">
                <a16:creationId xmlns:a16="http://schemas.microsoft.com/office/drawing/2014/main" id="{66B0A99E-A700-494A-928E-194351AE09DC}"/>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3" name="Zástupný symbol pro text 13">
            <a:extLst>
              <a:ext uri="{FF2B5EF4-FFF2-40B4-BE49-F238E27FC236}">
                <a16:creationId xmlns:a16="http://schemas.microsoft.com/office/drawing/2014/main" id="{48E4E7FD-8E67-4CA1-B99F-8BF78FD8CF5F}"/>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1B42C71F-24A2-4414-9417-B39450FE2AC9}"/>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8" name="TextovéPole 17">
            <a:extLst>
              <a:ext uri="{FF2B5EF4-FFF2-40B4-BE49-F238E27FC236}">
                <a16:creationId xmlns:a16="http://schemas.microsoft.com/office/drawing/2014/main" id="{08E05BE6-9375-7B47-BE3D-8FD9100C579E}"/>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20" name="TextovéPole 19">
            <a:extLst>
              <a:ext uri="{FF2B5EF4-FFF2-40B4-BE49-F238E27FC236}">
                <a16:creationId xmlns:a16="http://schemas.microsoft.com/office/drawing/2014/main" id="{6AC349FB-428C-7B42-B993-E97FBB98DCD8}"/>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15967595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ový slide 3">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852256"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852256"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0" name="Zástupný symbol obrázku 24">
            <a:extLst>
              <a:ext uri="{FF2B5EF4-FFF2-40B4-BE49-F238E27FC236}">
                <a16:creationId xmlns:a16="http://schemas.microsoft.com/office/drawing/2014/main" id="{B6AD1CE9-FEC3-45D9-B4F6-AEB4A1A23D45}"/>
              </a:ext>
            </a:extLst>
          </p:cNvPr>
          <p:cNvSpPr>
            <a:spLocks noGrp="1"/>
          </p:cNvSpPr>
          <p:nvPr>
            <p:ph type="pic" sz="quarter" idx="17"/>
          </p:nvPr>
        </p:nvSpPr>
        <p:spPr>
          <a:xfrm>
            <a:off x="6693694" y="1957389"/>
            <a:ext cx="2450307" cy="4205199"/>
          </a:xfrm>
          <a:prstGeom prst="rect">
            <a:avLst/>
          </a:prstGeom>
        </p:spPr>
        <p:txBody>
          <a:bodyPr/>
          <a:lstStyle>
            <a:lvl1pPr marL="0" indent="0">
              <a:buNone/>
              <a:defRPr/>
            </a:lvl1pPr>
          </a:lstStyle>
          <a:p>
            <a:r>
              <a:rPr lang="cs-CZ"/>
              <a:t>Kliknutím na ikonu přidáte obrázek.</a:t>
            </a:r>
            <a:endParaRPr lang="cs-CZ" dirty="0"/>
          </a:p>
        </p:txBody>
      </p:sp>
      <p:sp>
        <p:nvSpPr>
          <p:cNvPr id="16" name="Zástupný symbol pro text 6">
            <a:extLst>
              <a:ext uri="{FF2B5EF4-FFF2-40B4-BE49-F238E27FC236}">
                <a16:creationId xmlns:a16="http://schemas.microsoft.com/office/drawing/2014/main" id="{BFADBFEB-36FC-4372-B6CE-58EBC7FFB940}"/>
              </a:ext>
            </a:extLst>
          </p:cNvPr>
          <p:cNvSpPr>
            <a:spLocks noGrp="1"/>
          </p:cNvSpPr>
          <p:nvPr>
            <p:ph type="body" sz="quarter" idx="15"/>
          </p:nvPr>
        </p:nvSpPr>
        <p:spPr>
          <a:xfrm>
            <a:off x="539750" y="2136776"/>
            <a:ext cx="5938106"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20" name="Zástupný symbol pro text 13">
            <a:extLst>
              <a:ext uri="{FF2B5EF4-FFF2-40B4-BE49-F238E27FC236}">
                <a16:creationId xmlns:a16="http://schemas.microsoft.com/office/drawing/2014/main" id="{978F0355-7004-4CFE-9421-A8A1A62CF82D}"/>
              </a:ext>
            </a:extLst>
          </p:cNvPr>
          <p:cNvSpPr>
            <a:spLocks noGrp="1"/>
          </p:cNvSpPr>
          <p:nvPr>
            <p:ph type="body" sz="quarter" idx="16"/>
          </p:nvPr>
        </p:nvSpPr>
        <p:spPr>
          <a:xfrm>
            <a:off x="539750" y="2828926"/>
            <a:ext cx="5938106"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ACEE7F35-80D6-4A44-A79F-9A5BF9F28E36}"/>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0B5A6409-23B7-A545-A4D8-A933AD41B5C6}"/>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C0999E4F-AF74-DB4E-8B4B-638D78E913AE}"/>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2235705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ový slide 4">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pic>
        <p:nvPicPr>
          <p:cNvPr id="9" name="Obrázek 8">
            <a:extLst>
              <a:ext uri="{FF2B5EF4-FFF2-40B4-BE49-F238E27FC236}">
                <a16:creationId xmlns:a16="http://schemas.microsoft.com/office/drawing/2014/main" id="{F4A793D0-309B-40EC-A585-1DA5E9501812}"/>
              </a:ext>
            </a:extLst>
          </p:cNvPr>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240765" y="2385457"/>
            <a:ext cx="2394285" cy="3835461"/>
          </a:xfrm>
          <a:prstGeom prst="rect">
            <a:avLst/>
          </a:prstGeom>
        </p:spPr>
      </p:pic>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919038"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919038"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3" name="Zástupný symbol pro text 6">
            <a:extLst>
              <a:ext uri="{FF2B5EF4-FFF2-40B4-BE49-F238E27FC236}">
                <a16:creationId xmlns:a16="http://schemas.microsoft.com/office/drawing/2014/main" id="{64907F56-1EFF-441C-9163-66B58475FAF1}"/>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6" name="Zástupný symbol pro text 13">
            <a:extLst>
              <a:ext uri="{FF2B5EF4-FFF2-40B4-BE49-F238E27FC236}">
                <a16:creationId xmlns:a16="http://schemas.microsoft.com/office/drawing/2014/main" id="{0C077097-4898-476E-8653-0D75052D1710}"/>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A4993D17-DF83-49B5-BD7F-548B4A5A3AE6}"/>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FC0AD8F2-4BA5-D840-9CF9-1A60BE6D3AE9}"/>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5A3DFA86-88E0-D746-93B6-322B3E5FB3EB}"/>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36171510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ový slide 5">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979994"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979994"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Zástupný symbol pro text 6">
            <a:extLst>
              <a:ext uri="{FF2B5EF4-FFF2-40B4-BE49-F238E27FC236}">
                <a16:creationId xmlns:a16="http://schemas.microsoft.com/office/drawing/2014/main" id="{271AC1B1-6DD2-4624-B5E1-05CD48AFFD96}"/>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3" name="Zástupný symbol pro text 13">
            <a:extLst>
              <a:ext uri="{FF2B5EF4-FFF2-40B4-BE49-F238E27FC236}">
                <a16:creationId xmlns:a16="http://schemas.microsoft.com/office/drawing/2014/main" id="{9EB39BFC-3412-4994-BB20-6B3B39144DCD}"/>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D5E1CEE8-B267-482F-8FC9-A0CBECB5B5A2}"/>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6" name="TextovéPole 15">
            <a:extLst>
              <a:ext uri="{FF2B5EF4-FFF2-40B4-BE49-F238E27FC236}">
                <a16:creationId xmlns:a16="http://schemas.microsoft.com/office/drawing/2014/main" id="{9BD26F8C-C9C9-1844-B61C-5456ED1D14E3}"/>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7" name="TextovéPole 16">
            <a:extLst>
              <a:ext uri="{FF2B5EF4-FFF2-40B4-BE49-F238E27FC236}">
                <a16:creationId xmlns:a16="http://schemas.microsoft.com/office/drawing/2014/main" id="{015D1AAD-326F-FE43-A378-B6195D1301DC}"/>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31201651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ový slide 6">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867668"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867668"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0" name="Zástupný symbol obrázku 24">
            <a:extLst>
              <a:ext uri="{FF2B5EF4-FFF2-40B4-BE49-F238E27FC236}">
                <a16:creationId xmlns:a16="http://schemas.microsoft.com/office/drawing/2014/main" id="{B6AD1CE9-FEC3-45D9-B4F6-AEB4A1A23D45}"/>
              </a:ext>
            </a:extLst>
          </p:cNvPr>
          <p:cNvSpPr>
            <a:spLocks noGrp="1"/>
          </p:cNvSpPr>
          <p:nvPr>
            <p:ph type="pic" sz="quarter" idx="17"/>
          </p:nvPr>
        </p:nvSpPr>
        <p:spPr>
          <a:xfrm>
            <a:off x="6693694" y="1957389"/>
            <a:ext cx="2450307" cy="4205199"/>
          </a:xfrm>
          <a:prstGeom prst="rect">
            <a:avLst/>
          </a:prstGeom>
        </p:spPr>
        <p:txBody>
          <a:bodyPr/>
          <a:lstStyle>
            <a:lvl1pPr marL="0" indent="0">
              <a:buNone/>
              <a:defRPr/>
            </a:lvl1pPr>
          </a:lstStyle>
          <a:p>
            <a:r>
              <a:rPr lang="cs-CZ"/>
              <a:t>Kliknutím na ikonu přidáte obrázek.</a:t>
            </a:r>
            <a:endParaRPr lang="cs-CZ" dirty="0"/>
          </a:p>
        </p:txBody>
      </p:sp>
      <p:sp>
        <p:nvSpPr>
          <p:cNvPr id="13" name="Zástupný symbol pro text 6">
            <a:extLst>
              <a:ext uri="{FF2B5EF4-FFF2-40B4-BE49-F238E27FC236}">
                <a16:creationId xmlns:a16="http://schemas.microsoft.com/office/drawing/2014/main" id="{C0B2EC7C-7295-4511-BEB9-1F21F76F55B4}"/>
              </a:ext>
            </a:extLst>
          </p:cNvPr>
          <p:cNvSpPr>
            <a:spLocks noGrp="1"/>
          </p:cNvSpPr>
          <p:nvPr>
            <p:ph type="body" sz="quarter" idx="15"/>
          </p:nvPr>
        </p:nvSpPr>
        <p:spPr>
          <a:xfrm>
            <a:off x="539750" y="2136776"/>
            <a:ext cx="5938106"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6" name="Zástupný symbol pro text 13">
            <a:extLst>
              <a:ext uri="{FF2B5EF4-FFF2-40B4-BE49-F238E27FC236}">
                <a16:creationId xmlns:a16="http://schemas.microsoft.com/office/drawing/2014/main" id="{466DB023-F78F-49C1-9875-70959FECAB0E}"/>
              </a:ext>
            </a:extLst>
          </p:cNvPr>
          <p:cNvSpPr>
            <a:spLocks noGrp="1"/>
          </p:cNvSpPr>
          <p:nvPr>
            <p:ph type="body" sz="quarter" idx="16"/>
          </p:nvPr>
        </p:nvSpPr>
        <p:spPr>
          <a:xfrm>
            <a:off x="539750" y="2828926"/>
            <a:ext cx="5938106"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3C1BF5F3-421C-4882-84E2-ADC07FE86DF2}"/>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5C18F710-7ED6-AD41-9784-1327E6984D92}"/>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EA1D81C2-80D4-2548-91DB-82047245A7C1}"/>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22407320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Závěr 1">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E53EAF9F-01E9-4701-B3CE-E5EC1515D4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4" name="Obrázek 3" descr="Obsah obrázku text&#10;&#10;Popis byl vytvořen automaticky">
            <a:extLst>
              <a:ext uri="{FF2B5EF4-FFF2-40B4-BE49-F238E27FC236}">
                <a16:creationId xmlns:a16="http://schemas.microsoft.com/office/drawing/2014/main" id="{9E6C52F0-A869-994B-9A2A-946AD4F096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5219" y="4695142"/>
            <a:ext cx="3773562" cy="1641106"/>
          </a:xfrm>
          <a:prstGeom prst="rect">
            <a:avLst/>
          </a:prstGeom>
        </p:spPr>
      </p:pic>
      <p:sp>
        <p:nvSpPr>
          <p:cNvPr id="6" name="TextovéPole 5">
            <a:extLst>
              <a:ext uri="{FF2B5EF4-FFF2-40B4-BE49-F238E27FC236}">
                <a16:creationId xmlns:a16="http://schemas.microsoft.com/office/drawing/2014/main" id="{7301F1C3-936F-43D4-96DB-8DB86F629B10}"/>
              </a:ext>
            </a:extLst>
          </p:cNvPr>
          <p:cNvSpPr txBox="1"/>
          <p:nvPr/>
        </p:nvSpPr>
        <p:spPr>
          <a:xfrm>
            <a:off x="2082610" y="3028891"/>
            <a:ext cx="4978781" cy="1200329"/>
          </a:xfrm>
          <a:prstGeom prst="rect">
            <a:avLst/>
          </a:prstGeom>
          <a:noFill/>
        </p:spPr>
        <p:txBody>
          <a:bodyPr wrap="square" rtlCol="0">
            <a:spAutoFit/>
          </a:bodyPr>
          <a:lstStyle/>
          <a:p>
            <a:pPr algn="ct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a:t>
            </a:r>
            <a:r>
              <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you</a:t>
            </a:r>
            <a:r>
              <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for</a:t>
            </a:r>
            <a:r>
              <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attention</a:t>
            </a:r>
            <a:endPar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5101777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Závěr 2">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0F7380FE-801F-3B4A-8E52-2A53DD2732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1541" y="5041976"/>
            <a:ext cx="3991716" cy="1735981"/>
          </a:xfrm>
          <a:prstGeom prst="rect">
            <a:avLst/>
          </a:prstGeom>
        </p:spPr>
      </p:pic>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TextovéPole 4">
            <a:extLst>
              <a:ext uri="{FF2B5EF4-FFF2-40B4-BE49-F238E27FC236}">
                <a16:creationId xmlns:a16="http://schemas.microsoft.com/office/drawing/2014/main" id="{83DE33A4-FB93-4AAA-A88F-B4FEF27E08A8}"/>
              </a:ext>
            </a:extLst>
          </p:cNvPr>
          <p:cNvSpPr txBox="1"/>
          <p:nvPr/>
        </p:nvSpPr>
        <p:spPr>
          <a:xfrm>
            <a:off x="2065677" y="3429001"/>
            <a:ext cx="5012648" cy="1200329"/>
          </a:xfrm>
          <a:prstGeom prst="rect">
            <a:avLst/>
          </a:prstGeom>
          <a:noFill/>
        </p:spPr>
        <p:txBody>
          <a:bodyPr wrap="square" rtlCol="0">
            <a:spAutoFit/>
          </a:bodyPr>
          <a:lstStyle/>
          <a:p>
            <a:pPr algn="ctr"/>
            <a:r>
              <a:rPr lang="en-US" sz="36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8" name="Obrázek 7">
            <a:extLst>
              <a:ext uri="{FF2B5EF4-FFF2-40B4-BE49-F238E27FC236}">
                <a16:creationId xmlns:a16="http://schemas.microsoft.com/office/drawing/2014/main" id="{483F6A2C-C2E5-B44A-9660-8F89AEEB28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77741" y="5143576"/>
            <a:ext cx="3991716" cy="1735981"/>
          </a:xfrm>
          <a:prstGeom prst="rect">
            <a:avLst/>
          </a:prstGeom>
        </p:spPr>
      </p:pic>
    </p:spTree>
    <p:extLst>
      <p:ext uri="{BB962C8B-B14F-4D97-AF65-F5344CB8AC3E}">
        <p14:creationId xmlns:p14="http://schemas.microsoft.com/office/powerpoint/2010/main" val="33325289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Závěr 3">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8" name="Obrázek 7" descr="Obsah obrázku text&#10;&#10;Popis byl vytvořen automaticky">
            <a:extLst>
              <a:ext uri="{FF2B5EF4-FFF2-40B4-BE49-F238E27FC236}">
                <a16:creationId xmlns:a16="http://schemas.microsoft.com/office/drawing/2014/main" id="{A9218E36-6589-BA4B-B382-FF8EA3F0CB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5219" y="4864475"/>
            <a:ext cx="3773562" cy="1641106"/>
          </a:xfrm>
          <a:prstGeom prst="rect">
            <a:avLst/>
          </a:prstGeom>
        </p:spPr>
      </p:pic>
      <p:sp>
        <p:nvSpPr>
          <p:cNvPr id="9" name="TextovéPole 8">
            <a:extLst>
              <a:ext uri="{FF2B5EF4-FFF2-40B4-BE49-F238E27FC236}">
                <a16:creationId xmlns:a16="http://schemas.microsoft.com/office/drawing/2014/main" id="{FDA8F002-9BA3-624D-B94C-A21C7E909596}"/>
              </a:ext>
            </a:extLst>
          </p:cNvPr>
          <p:cNvSpPr txBox="1"/>
          <p:nvPr/>
        </p:nvSpPr>
        <p:spPr>
          <a:xfrm>
            <a:off x="2082610" y="3028891"/>
            <a:ext cx="4978781" cy="1200329"/>
          </a:xfrm>
          <a:prstGeom prst="rect">
            <a:avLst/>
          </a:prstGeom>
          <a:noFill/>
        </p:spPr>
        <p:txBody>
          <a:bodyPr wrap="square" rtlCol="0">
            <a:spAutoFit/>
          </a:bodyPr>
          <a:lstStyle/>
          <a:p>
            <a:pPr algn="ctr"/>
            <a:r>
              <a:rPr lang="en-GB" sz="3600" noProof="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 you for attention</a:t>
            </a:r>
          </a:p>
        </p:txBody>
      </p:sp>
    </p:spTree>
    <p:extLst>
      <p:ext uri="{BB962C8B-B14F-4D97-AF65-F5344CB8AC3E}">
        <p14:creationId xmlns:p14="http://schemas.microsoft.com/office/powerpoint/2010/main" val="32045304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Závěr 4">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084" b="7777"/>
          <a:stretch/>
        </p:blipFill>
        <p:spPr>
          <a:xfrm>
            <a:off x="0" y="0"/>
            <a:ext cx="9144000" cy="6918247"/>
          </a:xfrm>
          <a:prstGeom prst="rect">
            <a:avLst/>
          </a:prstGeom>
        </p:spPr>
      </p:pic>
      <p:sp>
        <p:nvSpPr>
          <p:cNvPr id="6" name="TextovéPole 5">
            <a:extLst>
              <a:ext uri="{FF2B5EF4-FFF2-40B4-BE49-F238E27FC236}">
                <a16:creationId xmlns:a16="http://schemas.microsoft.com/office/drawing/2014/main" id="{D4F7AAA5-ECDB-B046-A48B-D0C2BB0C4FE7}"/>
              </a:ext>
            </a:extLst>
          </p:cNvPr>
          <p:cNvSpPr txBox="1"/>
          <p:nvPr/>
        </p:nvSpPr>
        <p:spPr>
          <a:xfrm>
            <a:off x="2065677" y="4072465"/>
            <a:ext cx="5012648" cy="1200329"/>
          </a:xfrm>
          <a:prstGeom prst="rect">
            <a:avLst/>
          </a:prstGeom>
          <a:noFill/>
        </p:spPr>
        <p:txBody>
          <a:bodyPr wrap="square" rtlCol="0">
            <a:spAutoFit/>
          </a:bodyPr>
          <a:lstStyle/>
          <a:p>
            <a:pPr algn="ctr"/>
            <a:r>
              <a:rPr lang="en-US" sz="36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8" name="Obrázek 7">
            <a:extLst>
              <a:ext uri="{FF2B5EF4-FFF2-40B4-BE49-F238E27FC236}">
                <a16:creationId xmlns:a16="http://schemas.microsoft.com/office/drawing/2014/main" id="{EC53DF36-AD81-A945-BF7B-A39A3E50D5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34668" y="5739969"/>
            <a:ext cx="2709334" cy="1178278"/>
          </a:xfrm>
          <a:prstGeom prst="rect">
            <a:avLst/>
          </a:prstGeom>
        </p:spPr>
      </p:pic>
    </p:spTree>
    <p:extLst>
      <p:ext uri="{BB962C8B-B14F-4D97-AF65-F5344CB8AC3E}">
        <p14:creationId xmlns:p14="http://schemas.microsoft.com/office/powerpoint/2010/main" val="28690149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Závěr 5">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
            <a:ext cx="9144000" cy="6858000"/>
          </a:xfrm>
          <a:prstGeom prst="rect">
            <a:avLst/>
          </a:prstGeom>
        </p:spPr>
      </p:pic>
      <p:sp>
        <p:nvSpPr>
          <p:cNvPr id="6" name="TextovéPole 5">
            <a:extLst>
              <a:ext uri="{FF2B5EF4-FFF2-40B4-BE49-F238E27FC236}">
                <a16:creationId xmlns:a16="http://schemas.microsoft.com/office/drawing/2014/main" id="{3B431FA6-80EF-9449-90BD-C081B545B9C0}"/>
              </a:ext>
            </a:extLst>
          </p:cNvPr>
          <p:cNvSpPr txBox="1"/>
          <p:nvPr/>
        </p:nvSpPr>
        <p:spPr>
          <a:xfrm>
            <a:off x="2065677" y="3429001"/>
            <a:ext cx="5012648" cy="1200329"/>
          </a:xfrm>
          <a:prstGeom prst="rect">
            <a:avLst/>
          </a:prstGeom>
          <a:noFill/>
        </p:spPr>
        <p:txBody>
          <a:bodyPr wrap="square" rtlCol="0">
            <a:spAutoFit/>
          </a:bodyPr>
          <a:lstStyle/>
          <a:p>
            <a:pPr algn="ctr"/>
            <a:r>
              <a:rPr lang="en-US" sz="36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9" name="Obrázek 8">
            <a:extLst>
              <a:ext uri="{FF2B5EF4-FFF2-40B4-BE49-F238E27FC236}">
                <a16:creationId xmlns:a16="http://schemas.microsoft.com/office/drawing/2014/main" id="{811C0A68-FD87-6A46-8195-D340F48614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700534"/>
            <a:ext cx="2709334" cy="1178278"/>
          </a:xfrm>
          <a:prstGeom prst="rect">
            <a:avLst/>
          </a:prstGeom>
        </p:spPr>
      </p:pic>
    </p:spTree>
    <p:extLst>
      <p:ext uri="{BB962C8B-B14F-4D97-AF65-F5344CB8AC3E}">
        <p14:creationId xmlns:p14="http://schemas.microsoft.com/office/powerpoint/2010/main" val="9146948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Závěr 6">
    <p:spTree>
      <p:nvGrpSpPr>
        <p:cNvPr id="1" name=""/>
        <p:cNvGrpSpPr/>
        <p:nvPr/>
      </p:nvGrpSpPr>
      <p:grpSpPr>
        <a:xfrm>
          <a:off x="0" y="0"/>
          <a:ext cx="0" cy="0"/>
          <a:chOff x="0" y="0"/>
          <a:chExt cx="0" cy="0"/>
        </a:xfrm>
      </p:grpSpPr>
      <p:sp>
        <p:nvSpPr>
          <p:cNvPr id="8" name="Obdélník 7">
            <a:extLst>
              <a:ext uri="{FF2B5EF4-FFF2-40B4-BE49-F238E27FC236}">
                <a16:creationId xmlns:a16="http://schemas.microsoft.com/office/drawing/2014/main" id="{5D978B46-7738-414B-B6A8-3DB65F297682}"/>
              </a:ext>
            </a:extLst>
          </p:cNvPr>
          <p:cNvSpPr/>
          <p:nvPr/>
        </p:nvSpPr>
        <p:spPr>
          <a:xfrm>
            <a:off x="0" y="0"/>
            <a:ext cx="9144000" cy="6858000"/>
          </a:xfrm>
          <a:prstGeom prst="rect">
            <a:avLst/>
          </a:prstGeom>
          <a:gradFill>
            <a:gsLst>
              <a:gs pos="0">
                <a:srgbClr val="C80C0F"/>
              </a:gs>
              <a:gs pos="50000">
                <a:srgbClr val="9B0000"/>
              </a:gs>
              <a:gs pos="99000">
                <a:srgbClr val="C80C0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dirty="0"/>
          </a:p>
        </p:txBody>
      </p:sp>
      <p:sp>
        <p:nvSpPr>
          <p:cNvPr id="7" name="TextovéPole 6">
            <a:extLst>
              <a:ext uri="{FF2B5EF4-FFF2-40B4-BE49-F238E27FC236}">
                <a16:creationId xmlns:a16="http://schemas.microsoft.com/office/drawing/2014/main" id="{EAE9CB24-0D3C-1C4D-899E-1B118B5F7B14}"/>
              </a:ext>
            </a:extLst>
          </p:cNvPr>
          <p:cNvSpPr txBox="1"/>
          <p:nvPr/>
        </p:nvSpPr>
        <p:spPr>
          <a:xfrm>
            <a:off x="2082610" y="3028891"/>
            <a:ext cx="4978781" cy="1200329"/>
          </a:xfrm>
          <a:prstGeom prst="rect">
            <a:avLst/>
          </a:prstGeom>
          <a:noFill/>
        </p:spPr>
        <p:txBody>
          <a:bodyPr wrap="square" rtlCol="0">
            <a:spAutoFit/>
          </a:bodyPr>
          <a:lstStyle/>
          <a:p>
            <a:pPr algn="ctr"/>
            <a:r>
              <a:rPr lang="en-GB" sz="3600" noProof="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 you for attention</a:t>
            </a:r>
          </a:p>
        </p:txBody>
      </p:sp>
      <p:pic>
        <p:nvPicPr>
          <p:cNvPr id="9" name="Obrázek 8" descr="Obsah obrázku text&#10;&#10;Popis byl vytvořen automaticky">
            <a:extLst>
              <a:ext uri="{FF2B5EF4-FFF2-40B4-BE49-F238E27FC236}">
                <a16:creationId xmlns:a16="http://schemas.microsoft.com/office/drawing/2014/main" id="{7ABA772E-3E2B-B94D-9EC0-C40803791A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5219" y="4864475"/>
            <a:ext cx="3773562" cy="1641106"/>
          </a:xfrm>
          <a:prstGeom prst="rect">
            <a:avLst/>
          </a:prstGeom>
        </p:spPr>
      </p:pic>
    </p:spTree>
    <p:extLst>
      <p:ext uri="{BB962C8B-B14F-4D97-AF65-F5344CB8AC3E}">
        <p14:creationId xmlns:p14="http://schemas.microsoft.com/office/powerpoint/2010/main" val="29450952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Úvodní stránka prezentace">
    <p:spTree>
      <p:nvGrpSpPr>
        <p:cNvPr id="1" name=""/>
        <p:cNvGrpSpPr/>
        <p:nvPr/>
      </p:nvGrpSpPr>
      <p:grpSpPr>
        <a:xfrm>
          <a:off x="0" y="0"/>
          <a:ext cx="0" cy="0"/>
          <a:chOff x="0" y="0"/>
          <a:chExt cx="0" cy="0"/>
        </a:xfrm>
      </p:grpSpPr>
      <p:sp>
        <p:nvSpPr>
          <p:cNvPr id="2" name="Nadpis 1"/>
          <p:cNvSpPr>
            <a:spLocks noGrp="1"/>
          </p:cNvSpPr>
          <p:nvPr>
            <p:ph type="ctrTitle"/>
          </p:nvPr>
        </p:nvSpPr>
        <p:spPr>
          <a:xfrm>
            <a:off x="1043608" y="4941167"/>
            <a:ext cx="7916416" cy="720081"/>
          </a:xfrm>
          <a:prstGeom prst="rect">
            <a:avLst/>
          </a:prstGeom>
        </p:spPr>
        <p:txBody>
          <a:bodyPr>
            <a:normAutofit/>
          </a:bodyPr>
          <a:lstStyle>
            <a:lvl1pPr algn="l">
              <a:defRPr sz="3200" b="1"/>
            </a:lvl1pPr>
          </a:lstStyle>
          <a:p>
            <a:r>
              <a:rPr lang="cs-CZ"/>
              <a:t>Kliknutím lze upravit styl.</a:t>
            </a:r>
            <a:endParaRPr lang="cs-CZ" dirty="0"/>
          </a:p>
        </p:txBody>
      </p:sp>
      <p:sp>
        <p:nvSpPr>
          <p:cNvPr id="3" name="Podnadpis 2"/>
          <p:cNvSpPr>
            <a:spLocks noGrp="1"/>
          </p:cNvSpPr>
          <p:nvPr>
            <p:ph type="subTitle" idx="1"/>
          </p:nvPr>
        </p:nvSpPr>
        <p:spPr>
          <a:xfrm>
            <a:off x="1043608" y="5661248"/>
            <a:ext cx="6768752" cy="432048"/>
          </a:xfrm>
          <a:prstGeom prst="rect">
            <a:avLst/>
          </a:prstGeom>
        </p:spPr>
        <p:txBody>
          <a:bodyPr>
            <a:normAutofit/>
          </a:bodyPr>
          <a:lstStyle>
            <a:lvl1pPr marL="0" indent="0" algn="l">
              <a:buNone/>
              <a:defRPr sz="16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Kliknutím lze upravit styl předlohy.</a:t>
            </a:r>
            <a:endParaRPr lang="cs-CZ" dirty="0"/>
          </a:p>
        </p:txBody>
      </p:sp>
    </p:spTree>
    <p:extLst>
      <p:ext uri="{BB962C8B-B14F-4D97-AF65-F5344CB8AC3E}">
        <p14:creationId xmlns:p14="http://schemas.microsoft.com/office/powerpoint/2010/main" val="3202732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457200" y="1205880"/>
            <a:ext cx="8229600" cy="566936"/>
          </a:xfrm>
          <a:prstGeom prst="rect">
            <a:avLst/>
          </a:prstGeom>
        </p:spPr>
        <p:txBody>
          <a:bodyPr vert="horz" lIns="91440" tIns="45720" rIns="91440" bIns="45720" rtlCol="0" anchor="ctr">
            <a:normAutofit/>
          </a:bodyPr>
          <a:lstStyle/>
          <a:p>
            <a:r>
              <a:rPr lang="cs-CZ" dirty="0"/>
              <a:t>Klepnutím lze upravit styl předlohy nadpisů.</a:t>
            </a:r>
          </a:p>
        </p:txBody>
      </p:sp>
      <p:sp>
        <p:nvSpPr>
          <p:cNvPr id="3" name="Zástupný symbol pro text 2"/>
          <p:cNvSpPr>
            <a:spLocks noGrp="1"/>
          </p:cNvSpPr>
          <p:nvPr>
            <p:ph type="body" idx="1"/>
          </p:nvPr>
        </p:nvSpPr>
        <p:spPr>
          <a:xfrm>
            <a:off x="457200" y="1855365"/>
            <a:ext cx="8229600" cy="4525963"/>
          </a:xfrm>
          <a:prstGeom prst="rect">
            <a:avLst/>
          </a:prstGeom>
        </p:spPr>
        <p:txBody>
          <a:bodyPr vert="horz" lIns="91440" tIns="45720" rIns="91440" bIns="45720" rtlCol="0">
            <a:normAutofit/>
          </a:bodyPr>
          <a:lstStyle/>
          <a:p>
            <a:pPr lvl="0"/>
            <a:r>
              <a:rPr lang="cs-CZ" dirty="0"/>
              <a:t>Klepnutím lze upravit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Tree>
  </p:cSld>
  <p:clrMap bg1="lt1" tx1="dk1" bg2="lt2" tx2="dk2" accent1="accent1" accent2="accent2" accent3="accent3" accent4="accent4" accent5="accent5" accent6="accent6" hlink="hlink" folHlink="folHlink"/>
  <p:sldLayoutIdLst>
    <p:sldLayoutId id="2147483653"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914400" rtl="0" eaLnBrk="1" latinLnBrk="0" hangingPunct="1">
        <a:spcBef>
          <a:spcPct val="0"/>
        </a:spcBef>
        <a:buNone/>
        <a:defRPr sz="28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33212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cs-CZ"/>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adpis 2"/>
          <p:cNvSpPr>
            <a:spLocks noGrp="1"/>
          </p:cNvSpPr>
          <p:nvPr>
            <p:ph type="body" sz="quarter" idx="12"/>
          </p:nvPr>
        </p:nvSpPr>
        <p:spPr>
          <a:xfrm>
            <a:off x="722376" y="1116698"/>
            <a:ext cx="7699248" cy="2904067"/>
          </a:xfrm>
        </p:spPr>
        <p:txBody>
          <a:bodyPr anchor="ctr">
            <a:normAutofit/>
          </a:bodyPr>
          <a:lstStyle/>
          <a:p>
            <a:pPr>
              <a:spcAft>
                <a:spcPts val="600"/>
              </a:spcAft>
            </a:pPr>
            <a:r>
              <a:rPr lang="cs-CZ" dirty="0" err="1"/>
              <a:t>Operation</a:t>
            </a:r>
            <a:r>
              <a:rPr lang="cs-CZ" dirty="0"/>
              <a:t> </a:t>
            </a:r>
            <a:r>
              <a:rPr lang="cs-CZ" dirty="0" err="1"/>
              <a:t>Research</a:t>
            </a:r>
            <a:r>
              <a:rPr lang="cs-CZ" dirty="0"/>
              <a:t> and </a:t>
            </a:r>
            <a:r>
              <a:rPr lang="cs-CZ" dirty="0" err="1"/>
              <a:t>System</a:t>
            </a:r>
            <a:r>
              <a:rPr lang="cs-CZ" dirty="0"/>
              <a:t> </a:t>
            </a:r>
            <a:r>
              <a:rPr lang="cs-CZ" dirty="0" err="1"/>
              <a:t>Analysis</a:t>
            </a:r>
            <a:endParaRPr lang="cs-CZ" dirty="0"/>
          </a:p>
        </p:txBody>
      </p:sp>
      <p:sp>
        <p:nvSpPr>
          <p:cNvPr id="5" name="Podnadpis 4"/>
          <p:cNvSpPr>
            <a:spLocks noGrp="1"/>
          </p:cNvSpPr>
          <p:nvPr>
            <p:ph type="body" sz="quarter" idx="11"/>
          </p:nvPr>
        </p:nvSpPr>
        <p:spPr>
          <a:xfrm>
            <a:off x="3043719" y="4403630"/>
            <a:ext cx="3056562" cy="652774"/>
          </a:xfrm>
        </p:spPr>
        <p:txBody>
          <a:bodyPr>
            <a:normAutofit/>
          </a:bodyPr>
          <a:lstStyle/>
          <a:p>
            <a:r>
              <a:rPr lang="cs-CZ" dirty="0"/>
              <a:t>Systems </a:t>
            </a:r>
            <a:r>
              <a:rPr lang="cs-CZ" dirty="0" err="1"/>
              <a:t>dynamics</a:t>
            </a:r>
            <a:r>
              <a:rPr lang="cs-CZ" dirty="0"/>
              <a:t> III</a:t>
            </a:r>
          </a:p>
          <a:p>
            <a:endParaRPr lang="cs-CZ"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D2709984-B035-5B3A-E104-598DEDFE6863}"/>
              </a:ext>
            </a:extLst>
          </p:cNvPr>
          <p:cNvSpPr>
            <a:spLocks noGrp="1"/>
          </p:cNvSpPr>
          <p:nvPr>
            <p:ph type="title"/>
          </p:nvPr>
        </p:nvSpPr>
        <p:spPr/>
        <p:txBody>
          <a:bodyPr>
            <a:normAutofit fontScale="90000"/>
          </a:bodyPr>
          <a:lstStyle/>
          <a:p>
            <a:r>
              <a:rPr lang="cs-CZ" dirty="0" err="1"/>
              <a:t>Simple</a:t>
            </a:r>
            <a:r>
              <a:rPr lang="cs-CZ" dirty="0"/>
              <a:t> </a:t>
            </a:r>
            <a:r>
              <a:rPr lang="cs-CZ" dirty="0" err="1"/>
              <a:t>oscillator</a:t>
            </a:r>
            <a:endParaRPr lang="cs-CZ" dirty="0"/>
          </a:p>
        </p:txBody>
      </p:sp>
      <p:pic>
        <p:nvPicPr>
          <p:cNvPr id="11" name="Zástupný obsah 10">
            <a:extLst>
              <a:ext uri="{FF2B5EF4-FFF2-40B4-BE49-F238E27FC236}">
                <a16:creationId xmlns:a16="http://schemas.microsoft.com/office/drawing/2014/main" id="{24906894-7753-35A5-3603-9421CF16AB11}"/>
              </a:ext>
            </a:extLst>
          </p:cNvPr>
          <p:cNvPicPr>
            <a:picLocks noGrp="1" noChangeAspect="1"/>
          </p:cNvPicPr>
          <p:nvPr>
            <p:ph idx="1"/>
          </p:nvPr>
        </p:nvPicPr>
        <p:blipFill>
          <a:blip r:embed="rId2"/>
          <a:stretch>
            <a:fillRect/>
          </a:stretch>
        </p:blipFill>
        <p:spPr>
          <a:xfrm>
            <a:off x="722622" y="1916113"/>
            <a:ext cx="7698755" cy="4383087"/>
          </a:xfrm>
        </p:spPr>
      </p:pic>
      <p:sp>
        <p:nvSpPr>
          <p:cNvPr id="8" name="Zástupný text 7">
            <a:extLst>
              <a:ext uri="{FF2B5EF4-FFF2-40B4-BE49-F238E27FC236}">
                <a16:creationId xmlns:a16="http://schemas.microsoft.com/office/drawing/2014/main" id="{BE220BD4-A1C3-622C-38F8-19693FA72263}"/>
              </a:ext>
            </a:extLst>
          </p:cNvPr>
          <p:cNvSpPr>
            <a:spLocks noGrp="1"/>
          </p:cNvSpPr>
          <p:nvPr>
            <p:ph type="body" sz="quarter" idx="13"/>
          </p:nvPr>
        </p:nvSpPr>
        <p:spPr/>
        <p:txBody>
          <a:bodyPr/>
          <a:lstStyle/>
          <a:p>
            <a:endParaRPr lang="cs-CZ"/>
          </a:p>
        </p:txBody>
      </p:sp>
      <p:sp>
        <p:nvSpPr>
          <p:cNvPr id="9" name="Zástupný text 8">
            <a:extLst>
              <a:ext uri="{FF2B5EF4-FFF2-40B4-BE49-F238E27FC236}">
                <a16:creationId xmlns:a16="http://schemas.microsoft.com/office/drawing/2014/main" id="{D7F06D14-C397-FAE9-F4C0-AC802766EA9C}"/>
              </a:ext>
            </a:extLst>
          </p:cNvPr>
          <p:cNvSpPr>
            <a:spLocks noGrp="1"/>
          </p:cNvSpPr>
          <p:nvPr>
            <p:ph type="body" sz="quarter" idx="14"/>
          </p:nvPr>
        </p:nvSpPr>
        <p:spPr/>
        <p:txBody>
          <a:bodyPr/>
          <a:lstStyle/>
          <a:p>
            <a:endParaRPr lang="cs-CZ"/>
          </a:p>
        </p:txBody>
      </p:sp>
    </p:spTree>
    <p:extLst>
      <p:ext uri="{BB962C8B-B14F-4D97-AF65-F5344CB8AC3E}">
        <p14:creationId xmlns:p14="http://schemas.microsoft.com/office/powerpoint/2010/main" val="737587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2D1B8C38-C988-10AB-EC28-0B6021EE8910}"/>
              </a:ext>
            </a:extLst>
          </p:cNvPr>
          <p:cNvSpPr>
            <a:spLocks noGrp="1"/>
          </p:cNvSpPr>
          <p:nvPr>
            <p:ph type="title"/>
          </p:nvPr>
        </p:nvSpPr>
        <p:spPr/>
        <p:txBody>
          <a:bodyPr>
            <a:normAutofit fontScale="90000"/>
          </a:bodyPr>
          <a:lstStyle/>
          <a:p>
            <a:r>
              <a:rPr lang="cs-CZ" dirty="0" err="1"/>
              <a:t>Simple</a:t>
            </a:r>
            <a:r>
              <a:rPr lang="cs-CZ" dirty="0"/>
              <a:t> </a:t>
            </a:r>
            <a:r>
              <a:rPr lang="cs-CZ" dirty="0" err="1"/>
              <a:t>oscillation</a:t>
            </a:r>
            <a:endParaRPr lang="cs-CZ" dirty="0"/>
          </a:p>
        </p:txBody>
      </p:sp>
      <p:pic>
        <p:nvPicPr>
          <p:cNvPr id="11" name="Zástupný obsah 10">
            <a:extLst>
              <a:ext uri="{FF2B5EF4-FFF2-40B4-BE49-F238E27FC236}">
                <a16:creationId xmlns:a16="http://schemas.microsoft.com/office/drawing/2014/main" id="{54AD935C-91BA-747D-C8BF-A490E766CA23}"/>
              </a:ext>
            </a:extLst>
          </p:cNvPr>
          <p:cNvPicPr>
            <a:picLocks noGrp="1" noChangeAspect="1"/>
          </p:cNvPicPr>
          <p:nvPr>
            <p:ph idx="1"/>
          </p:nvPr>
        </p:nvPicPr>
        <p:blipFill>
          <a:blip r:embed="rId2"/>
          <a:stretch>
            <a:fillRect/>
          </a:stretch>
        </p:blipFill>
        <p:spPr>
          <a:xfrm>
            <a:off x="1997156" y="1916113"/>
            <a:ext cx="5149688" cy="4383087"/>
          </a:xfrm>
        </p:spPr>
      </p:pic>
      <p:sp>
        <p:nvSpPr>
          <p:cNvPr id="8" name="Zástupný text 7">
            <a:extLst>
              <a:ext uri="{FF2B5EF4-FFF2-40B4-BE49-F238E27FC236}">
                <a16:creationId xmlns:a16="http://schemas.microsoft.com/office/drawing/2014/main" id="{D1C2797F-938E-C8BF-8DBF-788E2A419791}"/>
              </a:ext>
            </a:extLst>
          </p:cNvPr>
          <p:cNvSpPr>
            <a:spLocks noGrp="1"/>
          </p:cNvSpPr>
          <p:nvPr>
            <p:ph type="body" sz="quarter" idx="13"/>
          </p:nvPr>
        </p:nvSpPr>
        <p:spPr/>
        <p:txBody>
          <a:bodyPr/>
          <a:lstStyle/>
          <a:p>
            <a:endParaRPr lang="cs-CZ"/>
          </a:p>
        </p:txBody>
      </p:sp>
      <p:sp>
        <p:nvSpPr>
          <p:cNvPr id="9" name="Zástupný text 8">
            <a:extLst>
              <a:ext uri="{FF2B5EF4-FFF2-40B4-BE49-F238E27FC236}">
                <a16:creationId xmlns:a16="http://schemas.microsoft.com/office/drawing/2014/main" id="{5A99F859-758D-D941-9082-2A6560B1E6A3}"/>
              </a:ext>
            </a:extLst>
          </p:cNvPr>
          <p:cNvSpPr>
            <a:spLocks noGrp="1"/>
          </p:cNvSpPr>
          <p:nvPr>
            <p:ph type="body" sz="quarter" idx="14"/>
          </p:nvPr>
        </p:nvSpPr>
        <p:spPr/>
        <p:txBody>
          <a:bodyPr/>
          <a:lstStyle/>
          <a:p>
            <a:endParaRPr lang="cs-CZ"/>
          </a:p>
        </p:txBody>
      </p:sp>
    </p:spTree>
    <p:extLst>
      <p:ext uri="{BB962C8B-B14F-4D97-AF65-F5344CB8AC3E}">
        <p14:creationId xmlns:p14="http://schemas.microsoft.com/office/powerpoint/2010/main" val="1719311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2D1B8C38-C988-10AB-EC28-0B6021EE8910}"/>
              </a:ext>
            </a:extLst>
          </p:cNvPr>
          <p:cNvSpPr>
            <a:spLocks noGrp="1"/>
          </p:cNvSpPr>
          <p:nvPr>
            <p:ph type="title"/>
          </p:nvPr>
        </p:nvSpPr>
        <p:spPr/>
        <p:txBody>
          <a:bodyPr>
            <a:normAutofit fontScale="90000"/>
          </a:bodyPr>
          <a:lstStyle/>
          <a:p>
            <a:r>
              <a:rPr lang="cs-CZ" dirty="0" err="1"/>
              <a:t>Graphical</a:t>
            </a:r>
            <a:r>
              <a:rPr lang="cs-CZ" dirty="0"/>
              <a:t> </a:t>
            </a:r>
            <a:r>
              <a:rPr lang="cs-CZ" dirty="0" err="1"/>
              <a:t>function</a:t>
            </a:r>
            <a:endParaRPr lang="cs-CZ" dirty="0"/>
          </a:p>
        </p:txBody>
      </p:sp>
      <p:sp>
        <p:nvSpPr>
          <p:cNvPr id="8" name="Zástupný text 7">
            <a:extLst>
              <a:ext uri="{FF2B5EF4-FFF2-40B4-BE49-F238E27FC236}">
                <a16:creationId xmlns:a16="http://schemas.microsoft.com/office/drawing/2014/main" id="{D1C2797F-938E-C8BF-8DBF-788E2A419791}"/>
              </a:ext>
            </a:extLst>
          </p:cNvPr>
          <p:cNvSpPr>
            <a:spLocks noGrp="1"/>
          </p:cNvSpPr>
          <p:nvPr>
            <p:ph type="body" sz="quarter" idx="13"/>
          </p:nvPr>
        </p:nvSpPr>
        <p:spPr/>
        <p:txBody>
          <a:bodyPr/>
          <a:lstStyle/>
          <a:p>
            <a:endParaRPr lang="cs-CZ"/>
          </a:p>
        </p:txBody>
      </p:sp>
      <p:sp>
        <p:nvSpPr>
          <p:cNvPr id="9" name="Zástupný text 8">
            <a:extLst>
              <a:ext uri="{FF2B5EF4-FFF2-40B4-BE49-F238E27FC236}">
                <a16:creationId xmlns:a16="http://schemas.microsoft.com/office/drawing/2014/main" id="{5A99F859-758D-D941-9082-2A6560B1E6A3}"/>
              </a:ext>
            </a:extLst>
          </p:cNvPr>
          <p:cNvSpPr>
            <a:spLocks noGrp="1"/>
          </p:cNvSpPr>
          <p:nvPr>
            <p:ph type="body" sz="quarter" idx="14"/>
          </p:nvPr>
        </p:nvSpPr>
        <p:spPr/>
        <p:txBody>
          <a:bodyPr/>
          <a:lstStyle/>
          <a:p>
            <a:endParaRPr lang="cs-CZ"/>
          </a:p>
        </p:txBody>
      </p:sp>
      <p:pic>
        <p:nvPicPr>
          <p:cNvPr id="5" name="Zástupný obsah 4">
            <a:extLst>
              <a:ext uri="{FF2B5EF4-FFF2-40B4-BE49-F238E27FC236}">
                <a16:creationId xmlns:a16="http://schemas.microsoft.com/office/drawing/2014/main" id="{75D2ACE9-4E55-55CE-C62D-9D67A1038A00}"/>
              </a:ext>
            </a:extLst>
          </p:cNvPr>
          <p:cNvPicPr>
            <a:picLocks noGrp="1" noChangeAspect="1"/>
          </p:cNvPicPr>
          <p:nvPr>
            <p:ph idx="1"/>
          </p:nvPr>
        </p:nvPicPr>
        <p:blipFill>
          <a:blip r:embed="rId2"/>
          <a:stretch>
            <a:fillRect/>
          </a:stretch>
        </p:blipFill>
        <p:spPr>
          <a:xfrm>
            <a:off x="446856" y="2492896"/>
            <a:ext cx="8229600" cy="3227920"/>
          </a:xfrm>
        </p:spPr>
      </p:pic>
    </p:spTree>
    <p:extLst>
      <p:ext uri="{BB962C8B-B14F-4D97-AF65-F5344CB8AC3E}">
        <p14:creationId xmlns:p14="http://schemas.microsoft.com/office/powerpoint/2010/main" val="1428992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2D1B8C38-C988-10AB-EC28-0B6021EE8910}"/>
              </a:ext>
            </a:extLst>
          </p:cNvPr>
          <p:cNvSpPr>
            <a:spLocks noGrp="1"/>
          </p:cNvSpPr>
          <p:nvPr>
            <p:ph type="title"/>
          </p:nvPr>
        </p:nvSpPr>
        <p:spPr/>
        <p:txBody>
          <a:bodyPr>
            <a:normAutofit fontScale="90000"/>
          </a:bodyPr>
          <a:lstStyle/>
          <a:p>
            <a:r>
              <a:rPr lang="cs-CZ" dirty="0" err="1"/>
              <a:t>Graphical</a:t>
            </a:r>
            <a:r>
              <a:rPr lang="cs-CZ" dirty="0"/>
              <a:t> </a:t>
            </a:r>
            <a:r>
              <a:rPr lang="cs-CZ" dirty="0" err="1"/>
              <a:t>function</a:t>
            </a:r>
            <a:r>
              <a:rPr lang="cs-CZ" dirty="0"/>
              <a:t> – soft </a:t>
            </a:r>
            <a:r>
              <a:rPr lang="cs-CZ" dirty="0" err="1"/>
              <a:t>variables</a:t>
            </a:r>
            <a:endParaRPr lang="cs-CZ" dirty="0"/>
          </a:p>
        </p:txBody>
      </p:sp>
      <p:sp>
        <p:nvSpPr>
          <p:cNvPr id="8" name="Zástupný text 7">
            <a:extLst>
              <a:ext uri="{FF2B5EF4-FFF2-40B4-BE49-F238E27FC236}">
                <a16:creationId xmlns:a16="http://schemas.microsoft.com/office/drawing/2014/main" id="{D1C2797F-938E-C8BF-8DBF-788E2A419791}"/>
              </a:ext>
            </a:extLst>
          </p:cNvPr>
          <p:cNvSpPr>
            <a:spLocks noGrp="1"/>
          </p:cNvSpPr>
          <p:nvPr>
            <p:ph type="body" sz="quarter" idx="13"/>
          </p:nvPr>
        </p:nvSpPr>
        <p:spPr/>
        <p:txBody>
          <a:bodyPr/>
          <a:lstStyle/>
          <a:p>
            <a:endParaRPr lang="cs-CZ"/>
          </a:p>
        </p:txBody>
      </p:sp>
      <p:sp>
        <p:nvSpPr>
          <p:cNvPr id="9" name="Zástupný text 8">
            <a:extLst>
              <a:ext uri="{FF2B5EF4-FFF2-40B4-BE49-F238E27FC236}">
                <a16:creationId xmlns:a16="http://schemas.microsoft.com/office/drawing/2014/main" id="{5A99F859-758D-D941-9082-2A6560B1E6A3}"/>
              </a:ext>
            </a:extLst>
          </p:cNvPr>
          <p:cNvSpPr>
            <a:spLocks noGrp="1"/>
          </p:cNvSpPr>
          <p:nvPr>
            <p:ph type="body" sz="quarter" idx="14"/>
          </p:nvPr>
        </p:nvSpPr>
        <p:spPr/>
        <p:txBody>
          <a:bodyPr/>
          <a:lstStyle/>
          <a:p>
            <a:endParaRPr lang="cs-CZ"/>
          </a:p>
        </p:txBody>
      </p:sp>
      <p:pic>
        <p:nvPicPr>
          <p:cNvPr id="12" name="Zástupný obsah 11">
            <a:extLst>
              <a:ext uri="{FF2B5EF4-FFF2-40B4-BE49-F238E27FC236}">
                <a16:creationId xmlns:a16="http://schemas.microsoft.com/office/drawing/2014/main" id="{BA507563-69EC-4E58-3972-AE5EB86B778A}"/>
              </a:ext>
            </a:extLst>
          </p:cNvPr>
          <p:cNvPicPr>
            <a:picLocks noGrp="1" noChangeAspect="1"/>
          </p:cNvPicPr>
          <p:nvPr>
            <p:ph idx="1"/>
          </p:nvPr>
        </p:nvPicPr>
        <p:blipFill>
          <a:blip r:embed="rId2"/>
          <a:stretch>
            <a:fillRect/>
          </a:stretch>
        </p:blipFill>
        <p:spPr>
          <a:xfrm>
            <a:off x="457200" y="1974056"/>
            <a:ext cx="8229600" cy="4267200"/>
          </a:xfrm>
        </p:spPr>
      </p:pic>
    </p:spTree>
    <p:extLst>
      <p:ext uri="{BB962C8B-B14F-4D97-AF65-F5344CB8AC3E}">
        <p14:creationId xmlns:p14="http://schemas.microsoft.com/office/powerpoint/2010/main" val="1435301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dirty="0" err="1"/>
              <a:t>Task</a:t>
            </a:r>
            <a:r>
              <a:rPr lang="cs-CZ" dirty="0"/>
              <a:t> 2.1</a:t>
            </a:r>
            <a:endParaRPr lang="en-GB" dirty="0"/>
          </a:p>
        </p:txBody>
      </p:sp>
      <p:sp>
        <p:nvSpPr>
          <p:cNvPr id="3" name="Zástupný symbol pro obsah 2"/>
          <p:cNvSpPr>
            <a:spLocks noGrp="1"/>
          </p:cNvSpPr>
          <p:nvPr>
            <p:ph idx="1"/>
          </p:nvPr>
        </p:nvSpPr>
        <p:spPr/>
        <p:txBody>
          <a:bodyPr>
            <a:normAutofit fontScale="85000" lnSpcReduction="20000"/>
          </a:bodyPr>
          <a:lstStyle/>
          <a:p>
            <a:pPr lvl="0"/>
            <a:r>
              <a:rPr lang="en-US" dirty="0"/>
              <a:t>In </a:t>
            </a:r>
            <a:r>
              <a:rPr lang="cs-CZ" dirty="0" err="1"/>
              <a:t>year</a:t>
            </a:r>
            <a:r>
              <a:rPr lang="cs-CZ" dirty="0"/>
              <a:t> </a:t>
            </a:r>
            <a:r>
              <a:rPr lang="en-US" dirty="0"/>
              <a:t>1500, the global population was approximately 458 million people. 580 million people in 1600, 682 million people in 1700, 978 million people in 1800, 1650 million people in 1900, 5978 million people in 2000, and 7758 million people in 2020.</a:t>
            </a:r>
            <a:endParaRPr lang="cs-CZ" dirty="0"/>
          </a:p>
          <a:p>
            <a:pPr lvl="0"/>
            <a:r>
              <a:rPr lang="en-US" dirty="0"/>
              <a:t>Use a &lt;time&gt; shadow variable and a </a:t>
            </a:r>
            <a:r>
              <a:rPr lang="en-US" dirty="0" err="1"/>
              <a:t>LookUp</a:t>
            </a:r>
            <a:r>
              <a:rPr lang="en-US" dirty="0"/>
              <a:t> variable that will contain the real data.</a:t>
            </a:r>
            <a:endParaRPr lang="cs-CZ" dirty="0"/>
          </a:p>
          <a:p>
            <a:pPr lvl="0"/>
            <a:r>
              <a:rPr lang="en-US" dirty="0"/>
              <a:t>Build a simple model (Popul1) in </a:t>
            </a:r>
            <a:r>
              <a:rPr lang="en-US" dirty="0" err="1"/>
              <a:t>Vensim</a:t>
            </a:r>
            <a:r>
              <a:rPr lang="en-US" dirty="0"/>
              <a:t> with a net population increase and an annual growth rate equal to 0.54%.</a:t>
            </a:r>
            <a:endParaRPr lang="cs-CZ" dirty="0"/>
          </a:p>
          <a:p>
            <a:pPr lvl="0"/>
            <a:r>
              <a:rPr lang="cs-CZ" dirty="0" err="1"/>
              <a:t>d</a:t>
            </a:r>
            <a:r>
              <a:rPr lang="cs-CZ" i="1" dirty="0" err="1"/>
              <a:t>t</a:t>
            </a:r>
            <a:r>
              <a:rPr lang="cs-CZ" i="1" dirty="0"/>
              <a:t> = 0.125</a:t>
            </a:r>
          </a:p>
          <a:p>
            <a:pPr lvl="0"/>
            <a:r>
              <a:rPr lang="cs-CZ" dirty="0" err="1"/>
              <a:t>Compare</a:t>
            </a:r>
            <a:r>
              <a:rPr lang="cs-CZ" dirty="0"/>
              <a:t> </a:t>
            </a:r>
            <a:r>
              <a:rPr lang="cs-CZ" dirty="0" err="1"/>
              <a:t>the</a:t>
            </a:r>
            <a:r>
              <a:rPr lang="cs-CZ" dirty="0"/>
              <a:t> </a:t>
            </a:r>
            <a:r>
              <a:rPr lang="cs-CZ" dirty="0" err="1"/>
              <a:t>progress</a:t>
            </a:r>
            <a:r>
              <a:rPr lang="cs-CZ" dirty="0"/>
              <a:t>.</a:t>
            </a:r>
          </a:p>
        </p:txBody>
      </p:sp>
      <p:sp>
        <p:nvSpPr>
          <p:cNvPr id="9" name="Zástupný text 8">
            <a:extLst>
              <a:ext uri="{FF2B5EF4-FFF2-40B4-BE49-F238E27FC236}">
                <a16:creationId xmlns:a16="http://schemas.microsoft.com/office/drawing/2014/main" id="{AD4A2634-94D5-63C1-7924-5D70102F0037}"/>
              </a:ext>
            </a:extLst>
          </p:cNvPr>
          <p:cNvSpPr>
            <a:spLocks noGrp="1"/>
          </p:cNvSpPr>
          <p:nvPr>
            <p:ph type="body" sz="quarter" idx="13"/>
          </p:nvPr>
        </p:nvSpPr>
        <p:spPr/>
        <p:txBody>
          <a:bodyPr/>
          <a:lstStyle/>
          <a:p>
            <a:endParaRPr lang="cs-CZ"/>
          </a:p>
        </p:txBody>
      </p:sp>
      <p:sp>
        <p:nvSpPr>
          <p:cNvPr id="10" name="Zástupný text 9">
            <a:extLst>
              <a:ext uri="{FF2B5EF4-FFF2-40B4-BE49-F238E27FC236}">
                <a16:creationId xmlns:a16="http://schemas.microsoft.com/office/drawing/2014/main" id="{D95D72F0-0F82-BFA0-C720-7C47C455BBA1}"/>
              </a:ext>
            </a:extLst>
          </p:cNvPr>
          <p:cNvSpPr>
            <a:spLocks noGrp="1"/>
          </p:cNvSpPr>
          <p:nvPr>
            <p:ph type="body" sz="quarter" idx="14"/>
          </p:nvPr>
        </p:nvSpPr>
        <p:spPr/>
        <p:txBody>
          <a:bodyPr/>
          <a:lstStyle/>
          <a:p>
            <a:endParaRPr lang="cs-CZ"/>
          </a:p>
        </p:txBody>
      </p:sp>
    </p:spTree>
    <p:extLst>
      <p:ext uri="{BB962C8B-B14F-4D97-AF65-F5344CB8AC3E}">
        <p14:creationId xmlns:p14="http://schemas.microsoft.com/office/powerpoint/2010/main" val="3162031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dirty="0" err="1"/>
              <a:t>Task</a:t>
            </a:r>
            <a:r>
              <a:rPr lang="cs-CZ" dirty="0"/>
              <a:t> 2.2</a:t>
            </a:r>
            <a:endParaRPr lang="en-GB" dirty="0"/>
          </a:p>
        </p:txBody>
      </p:sp>
      <p:sp>
        <p:nvSpPr>
          <p:cNvPr id="3" name="Zástupný symbol pro obsah 2"/>
          <p:cNvSpPr>
            <a:spLocks noGrp="1"/>
          </p:cNvSpPr>
          <p:nvPr>
            <p:ph idx="1"/>
          </p:nvPr>
        </p:nvSpPr>
        <p:spPr>
          <a:xfrm>
            <a:off x="107504" y="1772816"/>
            <a:ext cx="8928992" cy="4525963"/>
          </a:xfrm>
        </p:spPr>
        <p:txBody>
          <a:bodyPr>
            <a:normAutofit lnSpcReduction="10000"/>
          </a:bodyPr>
          <a:lstStyle/>
          <a:p>
            <a:pPr lvl="0"/>
            <a:r>
              <a:rPr lang="en-US" dirty="0"/>
              <a:t>Combining multiple facts into a single stream (such as births and deaths) is generally considered bad practice</a:t>
            </a:r>
          </a:p>
          <a:p>
            <a:pPr lvl="0"/>
            <a:r>
              <a:rPr lang="en-US" dirty="0"/>
              <a:t>Popul2:</a:t>
            </a:r>
          </a:p>
          <a:p>
            <a:pPr lvl="0"/>
            <a:r>
              <a:rPr lang="en-US" dirty="0"/>
              <a:t>Divide birth and death into two streams.</a:t>
            </a:r>
          </a:p>
          <a:p>
            <a:pPr lvl="0"/>
            <a:r>
              <a:rPr lang="en-US" dirty="0"/>
              <a:t>Use an annual birth rate of 0.031 and an average life expectancy of 35 years.</a:t>
            </a:r>
          </a:p>
          <a:p>
            <a:pPr lvl="0"/>
            <a:r>
              <a:rPr lang="en-US" dirty="0"/>
              <a:t>Run the simulation, if the progress until 1800 is OK, proceed to the next step.</a:t>
            </a:r>
            <a:endParaRPr lang="cs-CZ" dirty="0"/>
          </a:p>
        </p:txBody>
      </p:sp>
      <p:sp>
        <p:nvSpPr>
          <p:cNvPr id="4" name="Zástupný symbol pro text 3"/>
          <p:cNvSpPr>
            <a:spLocks noGrp="1"/>
          </p:cNvSpPr>
          <p:nvPr>
            <p:ph type="body" sz="quarter" idx="13"/>
          </p:nvPr>
        </p:nvSpPr>
        <p:spPr/>
        <p:txBody>
          <a:bodyPr/>
          <a:lstStyle/>
          <a:p>
            <a:endParaRPr lang="en-GB"/>
          </a:p>
        </p:txBody>
      </p:sp>
      <p:sp>
        <p:nvSpPr>
          <p:cNvPr id="5" name="Zástupný symbol pro text 4"/>
          <p:cNvSpPr>
            <a:spLocks noGrp="1"/>
          </p:cNvSpPr>
          <p:nvPr>
            <p:ph type="body" sz="quarter" idx="14"/>
          </p:nvPr>
        </p:nvSpPr>
        <p:spPr/>
        <p:txBody>
          <a:bodyPr/>
          <a:lstStyle/>
          <a:p>
            <a:endParaRPr lang="en-GB"/>
          </a:p>
        </p:txBody>
      </p:sp>
    </p:spTree>
    <p:extLst>
      <p:ext uri="{BB962C8B-B14F-4D97-AF65-F5344CB8AC3E}">
        <p14:creationId xmlns:p14="http://schemas.microsoft.com/office/powerpoint/2010/main" val="3512802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dirty="0" err="1"/>
              <a:t>Task</a:t>
            </a:r>
            <a:r>
              <a:rPr lang="cs-CZ" dirty="0"/>
              <a:t> 2.3</a:t>
            </a:r>
            <a:endParaRPr lang="en-GB" dirty="0"/>
          </a:p>
        </p:txBody>
      </p:sp>
      <p:sp>
        <p:nvSpPr>
          <p:cNvPr id="3" name="Zástupný symbol pro obsah 2"/>
          <p:cNvSpPr>
            <a:spLocks noGrp="1"/>
          </p:cNvSpPr>
          <p:nvPr>
            <p:ph idx="1"/>
          </p:nvPr>
        </p:nvSpPr>
        <p:spPr>
          <a:xfrm>
            <a:off x="107504" y="1772816"/>
            <a:ext cx="8928992" cy="4525963"/>
          </a:xfrm>
        </p:spPr>
        <p:txBody>
          <a:bodyPr>
            <a:normAutofit/>
          </a:bodyPr>
          <a:lstStyle/>
          <a:p>
            <a:pPr marL="0" lvl="0" indent="0">
              <a:buNone/>
            </a:pPr>
            <a:r>
              <a:rPr lang="cs-CZ" dirty="0"/>
              <a:t>Popul3:</a:t>
            </a:r>
          </a:p>
          <a:p>
            <a:pPr lvl="0"/>
            <a:r>
              <a:rPr lang="en-US" dirty="0"/>
              <a:t>Depending on the time, change the life expectancy</a:t>
            </a:r>
            <a:r>
              <a:rPr lang="cs-CZ" dirty="0"/>
              <a:t>:</a:t>
            </a:r>
            <a:endParaRPr lang="en-US" dirty="0"/>
          </a:p>
          <a:p>
            <a:pPr marL="0" lvl="0" indent="0">
              <a:buNone/>
            </a:pPr>
            <a:r>
              <a:rPr lang="en-US" dirty="0"/>
              <a:t>35 by 1800, then increases linearly to 50 in 1950 and 70 in 2000</a:t>
            </a:r>
            <a:r>
              <a:rPr lang="cs-CZ" dirty="0"/>
              <a:t>.</a:t>
            </a:r>
            <a:endParaRPr lang="en-US" dirty="0"/>
          </a:p>
          <a:p>
            <a:pPr lvl="0"/>
            <a:endParaRPr lang="en-US" dirty="0"/>
          </a:p>
          <a:p>
            <a:endParaRPr lang="cs-CZ" dirty="0"/>
          </a:p>
          <a:p>
            <a:pPr marL="0" indent="0">
              <a:buNone/>
            </a:pPr>
            <a:endParaRPr lang="cs-CZ" dirty="0"/>
          </a:p>
        </p:txBody>
      </p:sp>
      <p:sp>
        <p:nvSpPr>
          <p:cNvPr id="4" name="Zástupný symbol pro text 3"/>
          <p:cNvSpPr>
            <a:spLocks noGrp="1"/>
          </p:cNvSpPr>
          <p:nvPr>
            <p:ph type="body" sz="quarter" idx="13"/>
          </p:nvPr>
        </p:nvSpPr>
        <p:spPr/>
        <p:txBody>
          <a:bodyPr/>
          <a:lstStyle/>
          <a:p>
            <a:endParaRPr lang="en-GB"/>
          </a:p>
        </p:txBody>
      </p:sp>
      <p:sp>
        <p:nvSpPr>
          <p:cNvPr id="5" name="Zástupný symbol pro text 4"/>
          <p:cNvSpPr>
            <a:spLocks noGrp="1"/>
          </p:cNvSpPr>
          <p:nvPr>
            <p:ph type="body" sz="quarter" idx="14"/>
          </p:nvPr>
        </p:nvSpPr>
        <p:spPr/>
        <p:txBody>
          <a:bodyPr/>
          <a:lstStyle/>
          <a:p>
            <a:endParaRPr lang="en-GB"/>
          </a:p>
        </p:txBody>
      </p:sp>
    </p:spTree>
    <p:extLst>
      <p:ext uri="{BB962C8B-B14F-4D97-AF65-F5344CB8AC3E}">
        <p14:creationId xmlns:p14="http://schemas.microsoft.com/office/powerpoint/2010/main" val="917511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dirty="0" err="1"/>
              <a:t>Task</a:t>
            </a:r>
            <a:r>
              <a:rPr lang="cs-CZ" dirty="0"/>
              <a:t> 2.4</a:t>
            </a:r>
            <a:endParaRPr lang="en-GB" dirty="0"/>
          </a:p>
        </p:txBody>
      </p:sp>
      <p:sp>
        <p:nvSpPr>
          <p:cNvPr id="3" name="Zástupný symbol pro obsah 2"/>
          <p:cNvSpPr>
            <a:spLocks noGrp="1"/>
          </p:cNvSpPr>
          <p:nvPr>
            <p:ph idx="1"/>
          </p:nvPr>
        </p:nvSpPr>
        <p:spPr>
          <a:xfrm>
            <a:off x="107504" y="1772816"/>
            <a:ext cx="8928992" cy="4525963"/>
          </a:xfrm>
        </p:spPr>
        <p:txBody>
          <a:bodyPr>
            <a:normAutofit fontScale="92500" lnSpcReduction="20000"/>
          </a:bodyPr>
          <a:lstStyle/>
          <a:p>
            <a:pPr marL="0" indent="0">
              <a:buNone/>
            </a:pPr>
            <a:r>
              <a:rPr lang="cs-CZ" dirty="0"/>
              <a:t>Popul4:</a:t>
            </a:r>
          </a:p>
          <a:p>
            <a:r>
              <a:rPr lang="en-US" dirty="0"/>
              <a:t>Create a very simple model of world wealth</a:t>
            </a:r>
          </a:p>
          <a:p>
            <a:r>
              <a:rPr lang="en-US" dirty="0"/>
              <a:t>For simplicity, we express wealth using GDP</a:t>
            </a:r>
          </a:p>
          <a:p>
            <a:r>
              <a:rPr lang="en-US" dirty="0"/>
              <a:t>And we'll use a state variable for that</a:t>
            </a:r>
            <a:r>
              <a:rPr lang="cs-CZ" dirty="0"/>
              <a:t>.</a:t>
            </a:r>
            <a:endParaRPr lang="en-US" dirty="0"/>
          </a:p>
          <a:p>
            <a:r>
              <a:rPr lang="en-US" dirty="0">
                <a:solidFill>
                  <a:srgbClr val="FF0000"/>
                </a:solidFill>
              </a:rPr>
              <a:t>For the future, remember that both of these approaches are wrong</a:t>
            </a:r>
            <a:r>
              <a:rPr lang="cs-CZ" dirty="0">
                <a:solidFill>
                  <a:srgbClr val="FF0000"/>
                </a:solidFill>
              </a:rPr>
              <a:t>.</a:t>
            </a:r>
            <a:endParaRPr lang="en-US" dirty="0">
              <a:solidFill>
                <a:srgbClr val="FF0000"/>
              </a:solidFill>
            </a:endParaRPr>
          </a:p>
          <a:p>
            <a:r>
              <a:rPr lang="en-US" dirty="0"/>
              <a:t>In 1500 world wealth was $430 billion (in 2011 prices)</a:t>
            </a:r>
          </a:p>
          <a:p>
            <a:r>
              <a:rPr lang="en-US" dirty="0"/>
              <a:t>Build a simple reinforcing loop with a GDP growth rate of 1.075% (for reference, in 2015 world wealth was approximately $108.12 trillion)</a:t>
            </a:r>
            <a:endParaRPr lang="cs-CZ" dirty="0"/>
          </a:p>
        </p:txBody>
      </p:sp>
      <p:sp>
        <p:nvSpPr>
          <p:cNvPr id="4" name="Zástupný symbol pro text 3"/>
          <p:cNvSpPr>
            <a:spLocks noGrp="1"/>
          </p:cNvSpPr>
          <p:nvPr>
            <p:ph type="body" sz="quarter" idx="13"/>
          </p:nvPr>
        </p:nvSpPr>
        <p:spPr/>
        <p:txBody>
          <a:bodyPr/>
          <a:lstStyle/>
          <a:p>
            <a:endParaRPr lang="en-GB"/>
          </a:p>
        </p:txBody>
      </p:sp>
      <p:sp>
        <p:nvSpPr>
          <p:cNvPr id="5" name="Zástupný symbol pro text 4"/>
          <p:cNvSpPr>
            <a:spLocks noGrp="1"/>
          </p:cNvSpPr>
          <p:nvPr>
            <p:ph type="body" sz="quarter" idx="14"/>
          </p:nvPr>
        </p:nvSpPr>
        <p:spPr/>
        <p:txBody>
          <a:bodyPr/>
          <a:lstStyle/>
          <a:p>
            <a:endParaRPr lang="en-GB"/>
          </a:p>
        </p:txBody>
      </p:sp>
    </p:spTree>
    <p:extLst>
      <p:ext uri="{BB962C8B-B14F-4D97-AF65-F5344CB8AC3E}">
        <p14:creationId xmlns:p14="http://schemas.microsoft.com/office/powerpoint/2010/main" val="1463227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dirty="0" err="1"/>
              <a:t>Task</a:t>
            </a:r>
            <a:r>
              <a:rPr lang="cs-CZ" dirty="0"/>
              <a:t> 2.4</a:t>
            </a:r>
            <a:endParaRPr lang="en-GB" dirty="0"/>
          </a:p>
        </p:txBody>
      </p:sp>
      <p:sp>
        <p:nvSpPr>
          <p:cNvPr id="3" name="Zástupný symbol pro obsah 2"/>
          <p:cNvSpPr>
            <a:spLocks noGrp="1"/>
          </p:cNvSpPr>
          <p:nvPr>
            <p:ph idx="1"/>
          </p:nvPr>
        </p:nvSpPr>
        <p:spPr>
          <a:xfrm>
            <a:off x="107504" y="1772816"/>
            <a:ext cx="8928992" cy="4525963"/>
          </a:xfrm>
        </p:spPr>
        <p:txBody>
          <a:bodyPr>
            <a:normAutofit fontScale="92500" lnSpcReduction="10000"/>
          </a:bodyPr>
          <a:lstStyle/>
          <a:p>
            <a:r>
              <a:rPr lang="en-US" dirty="0"/>
              <a:t>Build a simple reinforcing loop with a time-dependent GDP growth rate (varying linearly between the following points):</a:t>
            </a:r>
          </a:p>
          <a:p>
            <a:r>
              <a:rPr lang="en-US" dirty="0"/>
              <a:t>1500: 0.07%</a:t>
            </a:r>
          </a:p>
          <a:p>
            <a:r>
              <a:rPr lang="en-US" dirty="0"/>
              <a:t>1820: 0.6%</a:t>
            </a:r>
          </a:p>
          <a:p>
            <a:r>
              <a:rPr lang="en-US" dirty="0"/>
              <a:t>1950: 2.5%</a:t>
            </a:r>
          </a:p>
          <a:p>
            <a:r>
              <a:rPr lang="en-US" dirty="0"/>
              <a:t>1980: 6%</a:t>
            </a:r>
          </a:p>
          <a:p>
            <a:r>
              <a:rPr lang="en-US" dirty="0"/>
              <a:t>1990: 2%</a:t>
            </a:r>
          </a:p>
          <a:p>
            <a:r>
              <a:rPr lang="en-US" dirty="0"/>
              <a:t>2021: 5%</a:t>
            </a:r>
            <a:endParaRPr lang="cs-CZ" dirty="0"/>
          </a:p>
          <a:p>
            <a:pPr lvl="1"/>
            <a:endParaRPr lang="cs-CZ" dirty="0"/>
          </a:p>
        </p:txBody>
      </p:sp>
      <p:sp>
        <p:nvSpPr>
          <p:cNvPr id="4" name="Zástupný symbol pro text 3"/>
          <p:cNvSpPr>
            <a:spLocks noGrp="1"/>
          </p:cNvSpPr>
          <p:nvPr>
            <p:ph type="body" sz="quarter" idx="13"/>
          </p:nvPr>
        </p:nvSpPr>
        <p:spPr/>
        <p:txBody>
          <a:bodyPr/>
          <a:lstStyle/>
          <a:p>
            <a:endParaRPr lang="en-GB"/>
          </a:p>
        </p:txBody>
      </p:sp>
      <p:sp>
        <p:nvSpPr>
          <p:cNvPr id="5" name="Zástupný symbol pro text 4"/>
          <p:cNvSpPr>
            <a:spLocks noGrp="1"/>
          </p:cNvSpPr>
          <p:nvPr>
            <p:ph type="body" sz="quarter" idx="14"/>
          </p:nvPr>
        </p:nvSpPr>
        <p:spPr/>
        <p:txBody>
          <a:bodyPr/>
          <a:lstStyle/>
          <a:p>
            <a:endParaRPr lang="en-GB"/>
          </a:p>
        </p:txBody>
      </p:sp>
    </p:spTree>
    <p:extLst>
      <p:ext uri="{BB962C8B-B14F-4D97-AF65-F5344CB8AC3E}">
        <p14:creationId xmlns:p14="http://schemas.microsoft.com/office/powerpoint/2010/main" val="3643835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dirty="0" err="1"/>
              <a:t>Task</a:t>
            </a:r>
            <a:r>
              <a:rPr lang="cs-CZ" dirty="0"/>
              <a:t> 2.4</a:t>
            </a:r>
            <a:endParaRPr lang="en-GB" dirty="0"/>
          </a:p>
        </p:txBody>
      </p:sp>
      <p:sp>
        <p:nvSpPr>
          <p:cNvPr id="3" name="Zástupný symbol pro obsah 2"/>
          <p:cNvSpPr>
            <a:spLocks noGrp="1"/>
          </p:cNvSpPr>
          <p:nvPr>
            <p:ph idx="1"/>
          </p:nvPr>
        </p:nvSpPr>
        <p:spPr>
          <a:xfrm>
            <a:off x="107504" y="1772816"/>
            <a:ext cx="8928992" cy="4525963"/>
          </a:xfrm>
        </p:spPr>
        <p:txBody>
          <a:bodyPr>
            <a:normAutofit/>
          </a:bodyPr>
          <a:lstStyle/>
          <a:p>
            <a:r>
              <a:rPr lang="en-US" dirty="0"/>
              <a:t>Now relate the birth rate to GDP</a:t>
            </a:r>
          </a:p>
          <a:p>
            <a:r>
              <a:rPr lang="en-US" dirty="0"/>
              <a:t>Create a GDP per capita variable</a:t>
            </a:r>
          </a:p>
          <a:p>
            <a:r>
              <a:rPr lang="en-US" dirty="0"/>
              <a:t>Transform the birth rate again into a graphical function dependent on GDP per capita:</a:t>
            </a:r>
            <a:endParaRPr lang="cs-CZ" dirty="0"/>
          </a:p>
        </p:txBody>
      </p:sp>
      <p:sp>
        <p:nvSpPr>
          <p:cNvPr id="4" name="Zástupný symbol pro text 3"/>
          <p:cNvSpPr>
            <a:spLocks noGrp="1"/>
          </p:cNvSpPr>
          <p:nvPr>
            <p:ph type="body" sz="quarter" idx="13"/>
          </p:nvPr>
        </p:nvSpPr>
        <p:spPr/>
        <p:txBody>
          <a:bodyPr/>
          <a:lstStyle/>
          <a:p>
            <a:endParaRPr lang="en-GB"/>
          </a:p>
        </p:txBody>
      </p:sp>
      <p:sp>
        <p:nvSpPr>
          <p:cNvPr id="5" name="Zástupný symbol pro text 4"/>
          <p:cNvSpPr>
            <a:spLocks noGrp="1"/>
          </p:cNvSpPr>
          <p:nvPr>
            <p:ph type="body" sz="quarter" idx="14"/>
          </p:nvPr>
        </p:nvSpPr>
        <p:spPr/>
        <p:txBody>
          <a:bodyPr/>
          <a:lstStyle/>
          <a:p>
            <a:endParaRPr lang="en-GB"/>
          </a:p>
        </p:txBody>
      </p:sp>
      <p:graphicFrame>
        <p:nvGraphicFramePr>
          <p:cNvPr id="7" name="Tabulka 6">
            <a:extLst>
              <a:ext uri="{FF2B5EF4-FFF2-40B4-BE49-F238E27FC236}">
                <a16:creationId xmlns:a16="http://schemas.microsoft.com/office/drawing/2014/main" id="{3A209700-D5C8-41A3-842B-871A7CC4F90C}"/>
              </a:ext>
            </a:extLst>
          </p:cNvPr>
          <p:cNvGraphicFramePr>
            <a:graphicFrameLocks noGrp="1"/>
          </p:cNvGraphicFramePr>
          <p:nvPr>
            <p:extLst>
              <p:ext uri="{D42A27DB-BD31-4B8C-83A1-F6EECF244321}">
                <p14:modId xmlns:p14="http://schemas.microsoft.com/office/powerpoint/2010/main" val="3205717834"/>
              </p:ext>
            </p:extLst>
          </p:nvPr>
        </p:nvGraphicFramePr>
        <p:xfrm>
          <a:off x="2915816" y="3933056"/>
          <a:ext cx="2880320" cy="2088232"/>
        </p:xfrm>
        <a:graphic>
          <a:graphicData uri="http://schemas.openxmlformats.org/drawingml/2006/table">
            <a:tbl>
              <a:tblPr>
                <a:tableStyleId>{5A111915-BE36-4E01-A7E5-04B1672EAD32}</a:tableStyleId>
              </a:tblPr>
              <a:tblGrid>
                <a:gridCol w="1440160">
                  <a:extLst>
                    <a:ext uri="{9D8B030D-6E8A-4147-A177-3AD203B41FA5}">
                      <a16:colId xmlns:a16="http://schemas.microsoft.com/office/drawing/2014/main" val="3196218"/>
                    </a:ext>
                  </a:extLst>
                </a:gridCol>
                <a:gridCol w="1440160">
                  <a:extLst>
                    <a:ext uri="{9D8B030D-6E8A-4147-A177-3AD203B41FA5}">
                      <a16:colId xmlns:a16="http://schemas.microsoft.com/office/drawing/2014/main" val="1540096311"/>
                    </a:ext>
                  </a:extLst>
                </a:gridCol>
              </a:tblGrid>
              <a:tr h="781432">
                <a:tc>
                  <a:txBody>
                    <a:bodyPr/>
                    <a:lstStyle/>
                    <a:p>
                      <a:pPr algn="ctr" fontAlgn="b"/>
                      <a:r>
                        <a:rPr lang="cs-CZ" sz="1800" b="1" u="none" strike="noStrike" dirty="0">
                          <a:effectLst/>
                        </a:rPr>
                        <a:t>HDP per capita</a:t>
                      </a:r>
                      <a:endParaRPr lang="cs-CZ" sz="18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cs-CZ" sz="1800" b="1" u="none" strike="noStrike" dirty="0" err="1">
                          <a:effectLst/>
                        </a:rPr>
                        <a:t>Birth</a:t>
                      </a:r>
                      <a:r>
                        <a:rPr lang="cs-CZ" sz="1800" b="1" u="none" strike="noStrike" dirty="0">
                          <a:effectLst/>
                        </a:rPr>
                        <a:t> </a:t>
                      </a:r>
                      <a:r>
                        <a:rPr lang="cs-CZ" sz="1800" b="1" u="none" strike="noStrike" dirty="0" err="1">
                          <a:effectLst/>
                        </a:rPr>
                        <a:t>rate</a:t>
                      </a:r>
                      <a:endParaRPr lang="cs-CZ" sz="18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3435265"/>
                  </a:ext>
                </a:extLst>
              </a:tr>
              <a:tr h="326700">
                <a:tc>
                  <a:txBody>
                    <a:bodyPr/>
                    <a:lstStyle/>
                    <a:p>
                      <a:pPr algn="r" fontAlgn="b"/>
                      <a:r>
                        <a:rPr lang="cs-CZ" sz="1800" u="none" strike="noStrike" dirty="0">
                          <a:effectLst/>
                        </a:rPr>
                        <a:t>0.440367</a:t>
                      </a:r>
                      <a:endParaRPr lang="cs-CZ"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cs-CZ" sz="1800" u="none" strike="noStrike" dirty="0">
                          <a:effectLst/>
                        </a:rPr>
                        <a:t>0.028819</a:t>
                      </a:r>
                      <a:endParaRPr lang="cs-CZ"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6154997"/>
                  </a:ext>
                </a:extLst>
              </a:tr>
              <a:tr h="326700">
                <a:tc>
                  <a:txBody>
                    <a:bodyPr/>
                    <a:lstStyle/>
                    <a:p>
                      <a:pPr algn="r" fontAlgn="b"/>
                      <a:r>
                        <a:rPr lang="cs-CZ" sz="1800" u="none" strike="noStrike">
                          <a:effectLst/>
                        </a:rPr>
                        <a:t>1.22324</a:t>
                      </a:r>
                      <a:endParaRPr lang="cs-CZ"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cs-CZ" sz="1800" u="none" strike="noStrike" dirty="0">
                          <a:effectLst/>
                        </a:rPr>
                        <a:t>0.032</a:t>
                      </a:r>
                      <a:endParaRPr lang="cs-CZ"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027408"/>
                  </a:ext>
                </a:extLst>
              </a:tr>
              <a:tr h="326700">
                <a:tc>
                  <a:txBody>
                    <a:bodyPr/>
                    <a:lstStyle/>
                    <a:p>
                      <a:pPr algn="r" fontAlgn="b"/>
                      <a:r>
                        <a:rPr lang="cs-CZ" sz="1800" u="none" strike="noStrike">
                          <a:effectLst/>
                        </a:rPr>
                        <a:t>1.89602</a:t>
                      </a:r>
                      <a:endParaRPr lang="cs-CZ"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cs-CZ" sz="1800" u="none" strike="noStrike" dirty="0">
                          <a:effectLst/>
                        </a:rPr>
                        <a:t>0.0307</a:t>
                      </a:r>
                      <a:endParaRPr lang="cs-CZ"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2978693"/>
                  </a:ext>
                </a:extLst>
              </a:tr>
              <a:tr h="326700">
                <a:tc>
                  <a:txBody>
                    <a:bodyPr/>
                    <a:lstStyle/>
                    <a:p>
                      <a:pPr algn="r" fontAlgn="b"/>
                      <a:r>
                        <a:rPr lang="cs-CZ" sz="1800" u="none" strike="noStrike">
                          <a:effectLst/>
                        </a:rPr>
                        <a:t>20</a:t>
                      </a:r>
                      <a:endParaRPr lang="cs-CZ"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cs-CZ" sz="1800" u="none" strike="noStrike" dirty="0">
                          <a:effectLst/>
                        </a:rPr>
                        <a:t>0.0307</a:t>
                      </a:r>
                      <a:endParaRPr lang="cs-CZ"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8948425"/>
                  </a:ext>
                </a:extLst>
              </a:tr>
            </a:tbl>
          </a:graphicData>
        </a:graphic>
      </p:graphicFrame>
    </p:spTree>
    <p:extLst>
      <p:ext uri="{BB962C8B-B14F-4D97-AF65-F5344CB8AC3E}">
        <p14:creationId xmlns:p14="http://schemas.microsoft.com/office/powerpoint/2010/main" val="218948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0B1E44AE-0E7D-D1E9-39F3-EBEDAFC08A1F}"/>
              </a:ext>
            </a:extLst>
          </p:cNvPr>
          <p:cNvSpPr>
            <a:spLocks noGrp="1"/>
          </p:cNvSpPr>
          <p:nvPr>
            <p:ph type="title"/>
          </p:nvPr>
        </p:nvSpPr>
        <p:spPr/>
        <p:txBody>
          <a:bodyPr>
            <a:normAutofit fontScale="90000"/>
          </a:bodyPr>
          <a:lstStyle/>
          <a:p>
            <a:r>
              <a:rPr lang="cs-CZ" dirty="0"/>
              <a:t>SD modelling -  </a:t>
            </a:r>
            <a:r>
              <a:rPr lang="cs-CZ" dirty="0" err="1"/>
              <a:t>decision</a:t>
            </a:r>
            <a:r>
              <a:rPr lang="cs-CZ" dirty="0"/>
              <a:t> </a:t>
            </a:r>
            <a:r>
              <a:rPr lang="cs-CZ" dirty="0" err="1"/>
              <a:t>making</a:t>
            </a:r>
            <a:endParaRPr lang="cs-CZ" dirty="0"/>
          </a:p>
        </p:txBody>
      </p:sp>
      <p:sp>
        <p:nvSpPr>
          <p:cNvPr id="3" name="Zástupný symbol pro obsah 2"/>
          <p:cNvSpPr>
            <a:spLocks noGrp="1"/>
          </p:cNvSpPr>
          <p:nvPr>
            <p:ph idx="1"/>
          </p:nvPr>
        </p:nvSpPr>
        <p:spPr/>
        <p:txBody>
          <a:bodyPr>
            <a:normAutofit/>
          </a:bodyPr>
          <a:lstStyle/>
          <a:p>
            <a:pPr lvl="2"/>
            <a:endParaRPr lang="cs-CZ" dirty="0"/>
          </a:p>
          <a:p>
            <a:pPr lvl="1"/>
            <a:endParaRPr lang="cs-CZ" dirty="0"/>
          </a:p>
        </p:txBody>
      </p:sp>
      <p:sp>
        <p:nvSpPr>
          <p:cNvPr id="7" name="Zástupný text 6">
            <a:extLst>
              <a:ext uri="{FF2B5EF4-FFF2-40B4-BE49-F238E27FC236}">
                <a16:creationId xmlns:a16="http://schemas.microsoft.com/office/drawing/2014/main" id="{39C90C92-2EB7-C968-07D9-FA248722D732}"/>
              </a:ext>
            </a:extLst>
          </p:cNvPr>
          <p:cNvSpPr>
            <a:spLocks noGrp="1"/>
          </p:cNvSpPr>
          <p:nvPr>
            <p:ph type="body" sz="quarter" idx="13"/>
          </p:nvPr>
        </p:nvSpPr>
        <p:spPr/>
        <p:txBody>
          <a:bodyPr/>
          <a:lstStyle/>
          <a:p>
            <a:endParaRPr lang="cs-CZ"/>
          </a:p>
        </p:txBody>
      </p:sp>
      <p:sp>
        <p:nvSpPr>
          <p:cNvPr id="8" name="Zástupný text 7">
            <a:extLst>
              <a:ext uri="{FF2B5EF4-FFF2-40B4-BE49-F238E27FC236}">
                <a16:creationId xmlns:a16="http://schemas.microsoft.com/office/drawing/2014/main" id="{319239E1-E021-D7F3-AA5A-698F8E7DCDA9}"/>
              </a:ext>
            </a:extLst>
          </p:cNvPr>
          <p:cNvSpPr>
            <a:spLocks noGrp="1"/>
          </p:cNvSpPr>
          <p:nvPr>
            <p:ph type="body" sz="quarter" idx="14"/>
          </p:nvPr>
        </p:nvSpPr>
        <p:spPr/>
        <p:txBody>
          <a:bodyPr/>
          <a:lstStyle/>
          <a:p>
            <a:endParaRPr lang="cs-CZ"/>
          </a:p>
        </p:txBody>
      </p:sp>
      <p:pic>
        <p:nvPicPr>
          <p:cNvPr id="10" name="Obrázek 9">
            <a:extLst>
              <a:ext uri="{FF2B5EF4-FFF2-40B4-BE49-F238E27FC236}">
                <a16:creationId xmlns:a16="http://schemas.microsoft.com/office/drawing/2014/main" id="{7036C1B6-A1B3-262A-5A39-CC40B99B397D}"/>
              </a:ext>
            </a:extLst>
          </p:cNvPr>
          <p:cNvPicPr>
            <a:picLocks noChangeAspect="1"/>
          </p:cNvPicPr>
          <p:nvPr/>
        </p:nvPicPr>
        <p:blipFill>
          <a:blip r:embed="rId3"/>
          <a:stretch>
            <a:fillRect/>
          </a:stretch>
        </p:blipFill>
        <p:spPr>
          <a:xfrm>
            <a:off x="107504" y="1916832"/>
            <a:ext cx="9144000" cy="4434381"/>
          </a:xfrm>
          <a:prstGeom prst="rect">
            <a:avLst/>
          </a:prstGeom>
        </p:spPr>
      </p:pic>
    </p:spTree>
    <p:extLst>
      <p:ext uri="{BB962C8B-B14F-4D97-AF65-F5344CB8AC3E}">
        <p14:creationId xmlns:p14="http://schemas.microsoft.com/office/powerpoint/2010/main" val="208690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0B1E44AE-0E7D-D1E9-39F3-EBEDAFC08A1F}"/>
              </a:ext>
            </a:extLst>
          </p:cNvPr>
          <p:cNvSpPr>
            <a:spLocks noGrp="1"/>
          </p:cNvSpPr>
          <p:nvPr>
            <p:ph type="title"/>
          </p:nvPr>
        </p:nvSpPr>
        <p:spPr/>
        <p:txBody>
          <a:bodyPr>
            <a:normAutofit fontScale="90000"/>
          </a:bodyPr>
          <a:lstStyle/>
          <a:p>
            <a:r>
              <a:rPr lang="cs-CZ" dirty="0"/>
              <a:t>SD modelling -  </a:t>
            </a:r>
            <a:r>
              <a:rPr lang="cs-CZ" dirty="0" err="1"/>
              <a:t>decision</a:t>
            </a:r>
            <a:r>
              <a:rPr lang="cs-CZ" dirty="0"/>
              <a:t> </a:t>
            </a:r>
            <a:r>
              <a:rPr lang="cs-CZ" dirty="0" err="1"/>
              <a:t>making</a:t>
            </a:r>
            <a:endParaRPr lang="cs-CZ" dirty="0"/>
          </a:p>
        </p:txBody>
      </p:sp>
      <p:sp>
        <p:nvSpPr>
          <p:cNvPr id="3" name="Zástupný symbol pro obsah 2"/>
          <p:cNvSpPr>
            <a:spLocks noGrp="1"/>
          </p:cNvSpPr>
          <p:nvPr>
            <p:ph idx="1"/>
          </p:nvPr>
        </p:nvSpPr>
        <p:spPr/>
        <p:txBody>
          <a:bodyPr>
            <a:normAutofit/>
          </a:bodyPr>
          <a:lstStyle/>
          <a:p>
            <a:pPr lvl="2"/>
            <a:endParaRPr lang="cs-CZ" dirty="0"/>
          </a:p>
          <a:p>
            <a:pPr lvl="1"/>
            <a:endParaRPr lang="cs-CZ" dirty="0"/>
          </a:p>
        </p:txBody>
      </p:sp>
      <p:sp>
        <p:nvSpPr>
          <p:cNvPr id="7" name="Zástupný text 6">
            <a:extLst>
              <a:ext uri="{FF2B5EF4-FFF2-40B4-BE49-F238E27FC236}">
                <a16:creationId xmlns:a16="http://schemas.microsoft.com/office/drawing/2014/main" id="{39C90C92-2EB7-C968-07D9-FA248722D732}"/>
              </a:ext>
            </a:extLst>
          </p:cNvPr>
          <p:cNvSpPr>
            <a:spLocks noGrp="1"/>
          </p:cNvSpPr>
          <p:nvPr>
            <p:ph type="body" sz="quarter" idx="13"/>
          </p:nvPr>
        </p:nvSpPr>
        <p:spPr/>
        <p:txBody>
          <a:bodyPr/>
          <a:lstStyle/>
          <a:p>
            <a:endParaRPr lang="cs-CZ"/>
          </a:p>
        </p:txBody>
      </p:sp>
      <p:sp>
        <p:nvSpPr>
          <p:cNvPr id="8" name="Zástupný text 7">
            <a:extLst>
              <a:ext uri="{FF2B5EF4-FFF2-40B4-BE49-F238E27FC236}">
                <a16:creationId xmlns:a16="http://schemas.microsoft.com/office/drawing/2014/main" id="{319239E1-E021-D7F3-AA5A-698F8E7DCDA9}"/>
              </a:ext>
            </a:extLst>
          </p:cNvPr>
          <p:cNvSpPr>
            <a:spLocks noGrp="1"/>
          </p:cNvSpPr>
          <p:nvPr>
            <p:ph type="body" sz="quarter" idx="14"/>
          </p:nvPr>
        </p:nvSpPr>
        <p:spPr/>
        <p:txBody>
          <a:bodyPr/>
          <a:lstStyle/>
          <a:p>
            <a:endParaRPr lang="cs-CZ"/>
          </a:p>
        </p:txBody>
      </p:sp>
      <p:pic>
        <p:nvPicPr>
          <p:cNvPr id="4" name="Obrázek 3">
            <a:extLst>
              <a:ext uri="{FF2B5EF4-FFF2-40B4-BE49-F238E27FC236}">
                <a16:creationId xmlns:a16="http://schemas.microsoft.com/office/drawing/2014/main" id="{F9FD758B-9B84-2AF9-FE08-40A51D9FC257}"/>
              </a:ext>
            </a:extLst>
          </p:cNvPr>
          <p:cNvPicPr>
            <a:picLocks noChangeAspect="1"/>
          </p:cNvPicPr>
          <p:nvPr/>
        </p:nvPicPr>
        <p:blipFill>
          <a:blip r:embed="rId3"/>
          <a:stretch>
            <a:fillRect/>
          </a:stretch>
        </p:blipFill>
        <p:spPr>
          <a:xfrm>
            <a:off x="0" y="1688018"/>
            <a:ext cx="9144000" cy="4839573"/>
          </a:xfrm>
          <a:prstGeom prst="rect">
            <a:avLst/>
          </a:prstGeom>
        </p:spPr>
      </p:pic>
    </p:spTree>
    <p:extLst>
      <p:ext uri="{BB962C8B-B14F-4D97-AF65-F5344CB8AC3E}">
        <p14:creationId xmlns:p14="http://schemas.microsoft.com/office/powerpoint/2010/main" val="1172023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0B1E44AE-0E7D-D1E9-39F3-EBEDAFC08A1F}"/>
              </a:ext>
            </a:extLst>
          </p:cNvPr>
          <p:cNvSpPr>
            <a:spLocks noGrp="1"/>
          </p:cNvSpPr>
          <p:nvPr>
            <p:ph type="title"/>
          </p:nvPr>
        </p:nvSpPr>
        <p:spPr/>
        <p:txBody>
          <a:bodyPr>
            <a:normAutofit fontScale="90000"/>
          </a:bodyPr>
          <a:lstStyle/>
          <a:p>
            <a:r>
              <a:rPr lang="cs-CZ" dirty="0"/>
              <a:t>SD modelling -  </a:t>
            </a:r>
            <a:r>
              <a:rPr lang="cs-CZ" dirty="0" err="1"/>
              <a:t>decision</a:t>
            </a:r>
            <a:r>
              <a:rPr lang="cs-CZ" dirty="0"/>
              <a:t> </a:t>
            </a:r>
            <a:r>
              <a:rPr lang="cs-CZ" dirty="0" err="1"/>
              <a:t>making</a:t>
            </a:r>
            <a:endParaRPr lang="cs-CZ" dirty="0"/>
          </a:p>
        </p:txBody>
      </p:sp>
      <p:sp>
        <p:nvSpPr>
          <p:cNvPr id="3" name="Zástupný symbol pro obsah 2"/>
          <p:cNvSpPr>
            <a:spLocks noGrp="1"/>
          </p:cNvSpPr>
          <p:nvPr>
            <p:ph idx="1"/>
          </p:nvPr>
        </p:nvSpPr>
        <p:spPr/>
        <p:txBody>
          <a:bodyPr>
            <a:normAutofit/>
          </a:bodyPr>
          <a:lstStyle/>
          <a:p>
            <a:pPr lvl="2"/>
            <a:endParaRPr lang="cs-CZ" dirty="0"/>
          </a:p>
          <a:p>
            <a:pPr lvl="1"/>
            <a:endParaRPr lang="cs-CZ" dirty="0"/>
          </a:p>
        </p:txBody>
      </p:sp>
      <p:sp>
        <p:nvSpPr>
          <p:cNvPr id="7" name="Zástupný text 6">
            <a:extLst>
              <a:ext uri="{FF2B5EF4-FFF2-40B4-BE49-F238E27FC236}">
                <a16:creationId xmlns:a16="http://schemas.microsoft.com/office/drawing/2014/main" id="{39C90C92-2EB7-C968-07D9-FA248722D732}"/>
              </a:ext>
            </a:extLst>
          </p:cNvPr>
          <p:cNvSpPr>
            <a:spLocks noGrp="1"/>
          </p:cNvSpPr>
          <p:nvPr>
            <p:ph type="body" sz="quarter" idx="13"/>
          </p:nvPr>
        </p:nvSpPr>
        <p:spPr/>
        <p:txBody>
          <a:bodyPr/>
          <a:lstStyle/>
          <a:p>
            <a:endParaRPr lang="cs-CZ"/>
          </a:p>
        </p:txBody>
      </p:sp>
      <p:sp>
        <p:nvSpPr>
          <p:cNvPr id="8" name="Zástupný text 7">
            <a:extLst>
              <a:ext uri="{FF2B5EF4-FFF2-40B4-BE49-F238E27FC236}">
                <a16:creationId xmlns:a16="http://schemas.microsoft.com/office/drawing/2014/main" id="{319239E1-E021-D7F3-AA5A-698F8E7DCDA9}"/>
              </a:ext>
            </a:extLst>
          </p:cNvPr>
          <p:cNvSpPr>
            <a:spLocks noGrp="1"/>
          </p:cNvSpPr>
          <p:nvPr>
            <p:ph type="body" sz="quarter" idx="14"/>
          </p:nvPr>
        </p:nvSpPr>
        <p:spPr/>
        <p:txBody>
          <a:bodyPr/>
          <a:lstStyle/>
          <a:p>
            <a:endParaRPr lang="cs-CZ"/>
          </a:p>
        </p:txBody>
      </p:sp>
      <p:pic>
        <p:nvPicPr>
          <p:cNvPr id="5" name="Obrázek 4">
            <a:extLst>
              <a:ext uri="{FF2B5EF4-FFF2-40B4-BE49-F238E27FC236}">
                <a16:creationId xmlns:a16="http://schemas.microsoft.com/office/drawing/2014/main" id="{E954BD0D-29C5-DD79-5B90-F6E2170B8B48}"/>
              </a:ext>
            </a:extLst>
          </p:cNvPr>
          <p:cNvPicPr>
            <a:picLocks noChangeAspect="1"/>
          </p:cNvPicPr>
          <p:nvPr/>
        </p:nvPicPr>
        <p:blipFill>
          <a:blip r:embed="rId3"/>
          <a:stretch>
            <a:fillRect/>
          </a:stretch>
        </p:blipFill>
        <p:spPr>
          <a:xfrm>
            <a:off x="107504" y="1916832"/>
            <a:ext cx="9144000" cy="3893673"/>
          </a:xfrm>
          <a:prstGeom prst="rect">
            <a:avLst/>
          </a:prstGeom>
        </p:spPr>
      </p:pic>
    </p:spTree>
    <p:extLst>
      <p:ext uri="{BB962C8B-B14F-4D97-AF65-F5344CB8AC3E}">
        <p14:creationId xmlns:p14="http://schemas.microsoft.com/office/powerpoint/2010/main" val="3566641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0B1E44AE-0E7D-D1E9-39F3-EBEDAFC08A1F}"/>
              </a:ext>
            </a:extLst>
          </p:cNvPr>
          <p:cNvSpPr>
            <a:spLocks noGrp="1"/>
          </p:cNvSpPr>
          <p:nvPr>
            <p:ph type="title"/>
          </p:nvPr>
        </p:nvSpPr>
        <p:spPr/>
        <p:txBody>
          <a:bodyPr>
            <a:normAutofit fontScale="90000"/>
          </a:bodyPr>
          <a:lstStyle/>
          <a:p>
            <a:r>
              <a:rPr lang="cs-CZ" dirty="0"/>
              <a:t>SD modelling -  </a:t>
            </a:r>
            <a:r>
              <a:rPr lang="cs-CZ" dirty="0" err="1"/>
              <a:t>decision</a:t>
            </a:r>
            <a:r>
              <a:rPr lang="cs-CZ" dirty="0"/>
              <a:t> </a:t>
            </a:r>
            <a:r>
              <a:rPr lang="cs-CZ" dirty="0" err="1"/>
              <a:t>making</a:t>
            </a:r>
            <a:endParaRPr lang="cs-CZ" dirty="0"/>
          </a:p>
        </p:txBody>
      </p:sp>
      <p:sp>
        <p:nvSpPr>
          <p:cNvPr id="3" name="Zástupný symbol pro obsah 2"/>
          <p:cNvSpPr>
            <a:spLocks noGrp="1"/>
          </p:cNvSpPr>
          <p:nvPr>
            <p:ph idx="1"/>
          </p:nvPr>
        </p:nvSpPr>
        <p:spPr/>
        <p:txBody>
          <a:bodyPr>
            <a:normAutofit/>
          </a:bodyPr>
          <a:lstStyle/>
          <a:p>
            <a:pPr lvl="2"/>
            <a:endParaRPr lang="cs-CZ" dirty="0"/>
          </a:p>
          <a:p>
            <a:pPr lvl="1"/>
            <a:endParaRPr lang="cs-CZ" dirty="0"/>
          </a:p>
        </p:txBody>
      </p:sp>
      <p:sp>
        <p:nvSpPr>
          <p:cNvPr id="7" name="Zástupný text 6">
            <a:extLst>
              <a:ext uri="{FF2B5EF4-FFF2-40B4-BE49-F238E27FC236}">
                <a16:creationId xmlns:a16="http://schemas.microsoft.com/office/drawing/2014/main" id="{39C90C92-2EB7-C968-07D9-FA248722D732}"/>
              </a:ext>
            </a:extLst>
          </p:cNvPr>
          <p:cNvSpPr>
            <a:spLocks noGrp="1"/>
          </p:cNvSpPr>
          <p:nvPr>
            <p:ph type="body" sz="quarter" idx="13"/>
          </p:nvPr>
        </p:nvSpPr>
        <p:spPr/>
        <p:txBody>
          <a:bodyPr/>
          <a:lstStyle/>
          <a:p>
            <a:endParaRPr lang="cs-CZ"/>
          </a:p>
        </p:txBody>
      </p:sp>
      <p:sp>
        <p:nvSpPr>
          <p:cNvPr id="8" name="Zástupný text 7">
            <a:extLst>
              <a:ext uri="{FF2B5EF4-FFF2-40B4-BE49-F238E27FC236}">
                <a16:creationId xmlns:a16="http://schemas.microsoft.com/office/drawing/2014/main" id="{319239E1-E021-D7F3-AA5A-698F8E7DCDA9}"/>
              </a:ext>
            </a:extLst>
          </p:cNvPr>
          <p:cNvSpPr>
            <a:spLocks noGrp="1"/>
          </p:cNvSpPr>
          <p:nvPr>
            <p:ph type="body" sz="quarter" idx="14"/>
          </p:nvPr>
        </p:nvSpPr>
        <p:spPr/>
        <p:txBody>
          <a:bodyPr/>
          <a:lstStyle/>
          <a:p>
            <a:endParaRPr lang="cs-CZ"/>
          </a:p>
        </p:txBody>
      </p:sp>
      <p:pic>
        <p:nvPicPr>
          <p:cNvPr id="4" name="Obrázek 3">
            <a:extLst>
              <a:ext uri="{FF2B5EF4-FFF2-40B4-BE49-F238E27FC236}">
                <a16:creationId xmlns:a16="http://schemas.microsoft.com/office/drawing/2014/main" id="{C83870E3-10A6-A1D3-E9F6-5E9DD556254B}"/>
              </a:ext>
            </a:extLst>
          </p:cNvPr>
          <p:cNvPicPr>
            <a:picLocks noChangeAspect="1"/>
          </p:cNvPicPr>
          <p:nvPr/>
        </p:nvPicPr>
        <p:blipFill>
          <a:blip r:embed="rId3"/>
          <a:stretch>
            <a:fillRect/>
          </a:stretch>
        </p:blipFill>
        <p:spPr>
          <a:xfrm>
            <a:off x="107504" y="1916832"/>
            <a:ext cx="9144000" cy="4053763"/>
          </a:xfrm>
          <a:prstGeom prst="rect">
            <a:avLst/>
          </a:prstGeom>
        </p:spPr>
      </p:pic>
    </p:spTree>
    <p:extLst>
      <p:ext uri="{BB962C8B-B14F-4D97-AF65-F5344CB8AC3E}">
        <p14:creationId xmlns:p14="http://schemas.microsoft.com/office/powerpoint/2010/main" val="629362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0B1E44AE-0E7D-D1E9-39F3-EBEDAFC08A1F}"/>
              </a:ext>
            </a:extLst>
          </p:cNvPr>
          <p:cNvSpPr>
            <a:spLocks noGrp="1"/>
          </p:cNvSpPr>
          <p:nvPr>
            <p:ph type="title"/>
          </p:nvPr>
        </p:nvSpPr>
        <p:spPr/>
        <p:txBody>
          <a:bodyPr>
            <a:normAutofit fontScale="90000"/>
          </a:bodyPr>
          <a:lstStyle/>
          <a:p>
            <a:r>
              <a:rPr lang="cs-CZ" dirty="0"/>
              <a:t>Testing </a:t>
            </a:r>
            <a:r>
              <a:rPr lang="cs-CZ" dirty="0" err="1"/>
              <a:t>the</a:t>
            </a:r>
            <a:r>
              <a:rPr lang="cs-CZ" dirty="0"/>
              <a:t> model</a:t>
            </a:r>
          </a:p>
        </p:txBody>
      </p:sp>
      <p:sp>
        <p:nvSpPr>
          <p:cNvPr id="3" name="Zástupný symbol pro obsah 2"/>
          <p:cNvSpPr>
            <a:spLocks noGrp="1"/>
          </p:cNvSpPr>
          <p:nvPr>
            <p:ph idx="1"/>
          </p:nvPr>
        </p:nvSpPr>
        <p:spPr/>
        <p:txBody>
          <a:bodyPr>
            <a:normAutofit/>
          </a:bodyPr>
          <a:lstStyle/>
          <a:p>
            <a:pPr lvl="2"/>
            <a:endParaRPr lang="cs-CZ" dirty="0"/>
          </a:p>
          <a:p>
            <a:pPr lvl="1"/>
            <a:endParaRPr lang="cs-CZ" dirty="0"/>
          </a:p>
        </p:txBody>
      </p:sp>
      <p:sp>
        <p:nvSpPr>
          <p:cNvPr id="7" name="Zástupný text 6">
            <a:extLst>
              <a:ext uri="{FF2B5EF4-FFF2-40B4-BE49-F238E27FC236}">
                <a16:creationId xmlns:a16="http://schemas.microsoft.com/office/drawing/2014/main" id="{39C90C92-2EB7-C968-07D9-FA248722D732}"/>
              </a:ext>
            </a:extLst>
          </p:cNvPr>
          <p:cNvSpPr>
            <a:spLocks noGrp="1"/>
          </p:cNvSpPr>
          <p:nvPr>
            <p:ph type="body" sz="quarter" idx="13"/>
          </p:nvPr>
        </p:nvSpPr>
        <p:spPr/>
        <p:txBody>
          <a:bodyPr/>
          <a:lstStyle/>
          <a:p>
            <a:endParaRPr lang="cs-CZ"/>
          </a:p>
        </p:txBody>
      </p:sp>
      <p:sp>
        <p:nvSpPr>
          <p:cNvPr id="8" name="Zástupný text 7">
            <a:extLst>
              <a:ext uri="{FF2B5EF4-FFF2-40B4-BE49-F238E27FC236}">
                <a16:creationId xmlns:a16="http://schemas.microsoft.com/office/drawing/2014/main" id="{319239E1-E021-D7F3-AA5A-698F8E7DCDA9}"/>
              </a:ext>
            </a:extLst>
          </p:cNvPr>
          <p:cNvSpPr>
            <a:spLocks noGrp="1"/>
          </p:cNvSpPr>
          <p:nvPr>
            <p:ph type="body" sz="quarter" idx="14"/>
          </p:nvPr>
        </p:nvSpPr>
        <p:spPr/>
        <p:txBody>
          <a:bodyPr/>
          <a:lstStyle/>
          <a:p>
            <a:endParaRPr lang="cs-CZ"/>
          </a:p>
        </p:txBody>
      </p:sp>
      <p:pic>
        <p:nvPicPr>
          <p:cNvPr id="5" name="Obrázek 4">
            <a:extLst>
              <a:ext uri="{FF2B5EF4-FFF2-40B4-BE49-F238E27FC236}">
                <a16:creationId xmlns:a16="http://schemas.microsoft.com/office/drawing/2014/main" id="{8860FDF1-63F6-EFFB-964E-5CEE7A1FEF6A}"/>
              </a:ext>
            </a:extLst>
          </p:cNvPr>
          <p:cNvPicPr>
            <a:picLocks noChangeAspect="1"/>
          </p:cNvPicPr>
          <p:nvPr/>
        </p:nvPicPr>
        <p:blipFill>
          <a:blip r:embed="rId3"/>
          <a:stretch>
            <a:fillRect/>
          </a:stretch>
        </p:blipFill>
        <p:spPr>
          <a:xfrm>
            <a:off x="41137" y="1761352"/>
            <a:ext cx="9144000" cy="5010727"/>
          </a:xfrm>
          <a:prstGeom prst="rect">
            <a:avLst/>
          </a:prstGeom>
        </p:spPr>
      </p:pic>
    </p:spTree>
    <p:extLst>
      <p:ext uri="{BB962C8B-B14F-4D97-AF65-F5344CB8AC3E}">
        <p14:creationId xmlns:p14="http://schemas.microsoft.com/office/powerpoint/2010/main" val="292462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0B1E44AE-0E7D-D1E9-39F3-EBEDAFC08A1F}"/>
              </a:ext>
            </a:extLst>
          </p:cNvPr>
          <p:cNvSpPr>
            <a:spLocks noGrp="1"/>
          </p:cNvSpPr>
          <p:nvPr>
            <p:ph type="title"/>
          </p:nvPr>
        </p:nvSpPr>
        <p:spPr/>
        <p:txBody>
          <a:bodyPr>
            <a:normAutofit fontScale="90000"/>
          </a:bodyPr>
          <a:lstStyle/>
          <a:p>
            <a:r>
              <a:rPr lang="cs-CZ" dirty="0"/>
              <a:t>Testing </a:t>
            </a:r>
            <a:r>
              <a:rPr lang="cs-CZ" dirty="0" err="1"/>
              <a:t>the</a:t>
            </a:r>
            <a:r>
              <a:rPr lang="cs-CZ" dirty="0"/>
              <a:t> model</a:t>
            </a:r>
          </a:p>
        </p:txBody>
      </p:sp>
      <p:sp>
        <p:nvSpPr>
          <p:cNvPr id="3" name="Zástupný symbol pro obsah 2"/>
          <p:cNvSpPr>
            <a:spLocks noGrp="1"/>
          </p:cNvSpPr>
          <p:nvPr>
            <p:ph idx="1"/>
          </p:nvPr>
        </p:nvSpPr>
        <p:spPr/>
        <p:txBody>
          <a:bodyPr>
            <a:normAutofit/>
          </a:bodyPr>
          <a:lstStyle/>
          <a:p>
            <a:pPr lvl="2"/>
            <a:endParaRPr lang="cs-CZ" dirty="0"/>
          </a:p>
          <a:p>
            <a:pPr lvl="1"/>
            <a:endParaRPr lang="cs-CZ" dirty="0"/>
          </a:p>
        </p:txBody>
      </p:sp>
      <p:sp>
        <p:nvSpPr>
          <p:cNvPr id="7" name="Zástupný text 6">
            <a:extLst>
              <a:ext uri="{FF2B5EF4-FFF2-40B4-BE49-F238E27FC236}">
                <a16:creationId xmlns:a16="http://schemas.microsoft.com/office/drawing/2014/main" id="{39C90C92-2EB7-C968-07D9-FA248722D732}"/>
              </a:ext>
            </a:extLst>
          </p:cNvPr>
          <p:cNvSpPr>
            <a:spLocks noGrp="1"/>
          </p:cNvSpPr>
          <p:nvPr>
            <p:ph type="body" sz="quarter" idx="13"/>
          </p:nvPr>
        </p:nvSpPr>
        <p:spPr/>
        <p:txBody>
          <a:bodyPr/>
          <a:lstStyle/>
          <a:p>
            <a:endParaRPr lang="cs-CZ"/>
          </a:p>
        </p:txBody>
      </p:sp>
      <p:sp>
        <p:nvSpPr>
          <p:cNvPr id="8" name="Zástupný text 7">
            <a:extLst>
              <a:ext uri="{FF2B5EF4-FFF2-40B4-BE49-F238E27FC236}">
                <a16:creationId xmlns:a16="http://schemas.microsoft.com/office/drawing/2014/main" id="{319239E1-E021-D7F3-AA5A-698F8E7DCDA9}"/>
              </a:ext>
            </a:extLst>
          </p:cNvPr>
          <p:cNvSpPr>
            <a:spLocks noGrp="1"/>
          </p:cNvSpPr>
          <p:nvPr>
            <p:ph type="body" sz="quarter" idx="14"/>
          </p:nvPr>
        </p:nvSpPr>
        <p:spPr/>
        <p:txBody>
          <a:bodyPr/>
          <a:lstStyle/>
          <a:p>
            <a:endParaRPr lang="cs-CZ"/>
          </a:p>
        </p:txBody>
      </p:sp>
      <p:pic>
        <p:nvPicPr>
          <p:cNvPr id="4" name="Obrázek 3">
            <a:extLst>
              <a:ext uri="{FF2B5EF4-FFF2-40B4-BE49-F238E27FC236}">
                <a16:creationId xmlns:a16="http://schemas.microsoft.com/office/drawing/2014/main" id="{F3F301D9-0333-4A6A-7F53-F060456CB1B3}"/>
              </a:ext>
            </a:extLst>
          </p:cNvPr>
          <p:cNvPicPr>
            <a:picLocks noChangeAspect="1"/>
          </p:cNvPicPr>
          <p:nvPr/>
        </p:nvPicPr>
        <p:blipFill>
          <a:blip r:embed="rId3"/>
          <a:stretch>
            <a:fillRect/>
          </a:stretch>
        </p:blipFill>
        <p:spPr>
          <a:xfrm>
            <a:off x="107504" y="1910832"/>
            <a:ext cx="9144000" cy="4353529"/>
          </a:xfrm>
          <a:prstGeom prst="rect">
            <a:avLst/>
          </a:prstGeom>
        </p:spPr>
      </p:pic>
    </p:spTree>
    <p:extLst>
      <p:ext uri="{BB962C8B-B14F-4D97-AF65-F5344CB8AC3E}">
        <p14:creationId xmlns:p14="http://schemas.microsoft.com/office/powerpoint/2010/main" val="3659671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0B1E44AE-0E7D-D1E9-39F3-EBEDAFC08A1F}"/>
              </a:ext>
            </a:extLst>
          </p:cNvPr>
          <p:cNvSpPr>
            <a:spLocks noGrp="1"/>
          </p:cNvSpPr>
          <p:nvPr>
            <p:ph type="title"/>
          </p:nvPr>
        </p:nvSpPr>
        <p:spPr/>
        <p:txBody>
          <a:bodyPr>
            <a:normAutofit fontScale="90000"/>
          </a:bodyPr>
          <a:lstStyle/>
          <a:p>
            <a:r>
              <a:rPr lang="cs-CZ" dirty="0"/>
              <a:t>Testing </a:t>
            </a:r>
            <a:r>
              <a:rPr lang="cs-CZ" dirty="0" err="1"/>
              <a:t>the</a:t>
            </a:r>
            <a:r>
              <a:rPr lang="cs-CZ" dirty="0"/>
              <a:t> model</a:t>
            </a:r>
          </a:p>
        </p:txBody>
      </p:sp>
      <p:sp>
        <p:nvSpPr>
          <p:cNvPr id="3" name="Zástupný symbol pro obsah 2"/>
          <p:cNvSpPr>
            <a:spLocks noGrp="1"/>
          </p:cNvSpPr>
          <p:nvPr>
            <p:ph idx="1"/>
          </p:nvPr>
        </p:nvSpPr>
        <p:spPr/>
        <p:txBody>
          <a:bodyPr>
            <a:normAutofit/>
          </a:bodyPr>
          <a:lstStyle/>
          <a:p>
            <a:pPr lvl="2"/>
            <a:endParaRPr lang="cs-CZ" dirty="0"/>
          </a:p>
          <a:p>
            <a:pPr lvl="1"/>
            <a:endParaRPr lang="cs-CZ" dirty="0"/>
          </a:p>
        </p:txBody>
      </p:sp>
      <p:sp>
        <p:nvSpPr>
          <p:cNvPr id="7" name="Zástupný text 6">
            <a:extLst>
              <a:ext uri="{FF2B5EF4-FFF2-40B4-BE49-F238E27FC236}">
                <a16:creationId xmlns:a16="http://schemas.microsoft.com/office/drawing/2014/main" id="{39C90C92-2EB7-C968-07D9-FA248722D732}"/>
              </a:ext>
            </a:extLst>
          </p:cNvPr>
          <p:cNvSpPr>
            <a:spLocks noGrp="1"/>
          </p:cNvSpPr>
          <p:nvPr>
            <p:ph type="body" sz="quarter" idx="13"/>
          </p:nvPr>
        </p:nvSpPr>
        <p:spPr/>
        <p:txBody>
          <a:bodyPr/>
          <a:lstStyle/>
          <a:p>
            <a:endParaRPr lang="cs-CZ"/>
          </a:p>
        </p:txBody>
      </p:sp>
      <p:sp>
        <p:nvSpPr>
          <p:cNvPr id="8" name="Zástupný text 7">
            <a:extLst>
              <a:ext uri="{FF2B5EF4-FFF2-40B4-BE49-F238E27FC236}">
                <a16:creationId xmlns:a16="http://schemas.microsoft.com/office/drawing/2014/main" id="{319239E1-E021-D7F3-AA5A-698F8E7DCDA9}"/>
              </a:ext>
            </a:extLst>
          </p:cNvPr>
          <p:cNvSpPr>
            <a:spLocks noGrp="1"/>
          </p:cNvSpPr>
          <p:nvPr>
            <p:ph type="body" sz="quarter" idx="14"/>
          </p:nvPr>
        </p:nvSpPr>
        <p:spPr/>
        <p:txBody>
          <a:bodyPr/>
          <a:lstStyle/>
          <a:p>
            <a:endParaRPr lang="cs-CZ"/>
          </a:p>
        </p:txBody>
      </p:sp>
      <p:pic>
        <p:nvPicPr>
          <p:cNvPr id="5" name="Obrázek 4">
            <a:extLst>
              <a:ext uri="{FF2B5EF4-FFF2-40B4-BE49-F238E27FC236}">
                <a16:creationId xmlns:a16="http://schemas.microsoft.com/office/drawing/2014/main" id="{3F77A5DF-317B-E2EA-6F10-EEB1C59A7D36}"/>
              </a:ext>
            </a:extLst>
          </p:cNvPr>
          <p:cNvPicPr>
            <a:picLocks noChangeAspect="1"/>
          </p:cNvPicPr>
          <p:nvPr/>
        </p:nvPicPr>
        <p:blipFill>
          <a:blip r:embed="rId3"/>
          <a:stretch>
            <a:fillRect/>
          </a:stretch>
        </p:blipFill>
        <p:spPr>
          <a:xfrm>
            <a:off x="0" y="1758182"/>
            <a:ext cx="9144000" cy="4946248"/>
          </a:xfrm>
          <a:prstGeom prst="rect">
            <a:avLst/>
          </a:prstGeom>
        </p:spPr>
      </p:pic>
    </p:spTree>
    <p:extLst>
      <p:ext uri="{BB962C8B-B14F-4D97-AF65-F5344CB8AC3E}">
        <p14:creationId xmlns:p14="http://schemas.microsoft.com/office/powerpoint/2010/main" val="3145141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0B1E44AE-0E7D-D1E9-39F3-EBEDAFC08A1F}"/>
              </a:ext>
            </a:extLst>
          </p:cNvPr>
          <p:cNvSpPr>
            <a:spLocks noGrp="1"/>
          </p:cNvSpPr>
          <p:nvPr>
            <p:ph type="title"/>
          </p:nvPr>
        </p:nvSpPr>
        <p:spPr/>
        <p:txBody>
          <a:bodyPr>
            <a:normAutofit fontScale="90000"/>
          </a:bodyPr>
          <a:lstStyle/>
          <a:p>
            <a:r>
              <a:rPr lang="cs-CZ" dirty="0"/>
              <a:t>Testing </a:t>
            </a:r>
            <a:r>
              <a:rPr lang="cs-CZ" dirty="0" err="1"/>
              <a:t>the</a:t>
            </a:r>
            <a:r>
              <a:rPr lang="cs-CZ" dirty="0"/>
              <a:t> model</a:t>
            </a:r>
          </a:p>
        </p:txBody>
      </p:sp>
      <p:sp>
        <p:nvSpPr>
          <p:cNvPr id="3" name="Zástupný symbol pro obsah 2"/>
          <p:cNvSpPr>
            <a:spLocks noGrp="1"/>
          </p:cNvSpPr>
          <p:nvPr>
            <p:ph idx="1"/>
          </p:nvPr>
        </p:nvSpPr>
        <p:spPr/>
        <p:txBody>
          <a:bodyPr>
            <a:normAutofit/>
          </a:bodyPr>
          <a:lstStyle/>
          <a:p>
            <a:pPr lvl="2"/>
            <a:endParaRPr lang="cs-CZ" dirty="0"/>
          </a:p>
          <a:p>
            <a:pPr lvl="1"/>
            <a:endParaRPr lang="cs-CZ" dirty="0"/>
          </a:p>
        </p:txBody>
      </p:sp>
      <p:sp>
        <p:nvSpPr>
          <p:cNvPr id="7" name="Zástupný text 6">
            <a:extLst>
              <a:ext uri="{FF2B5EF4-FFF2-40B4-BE49-F238E27FC236}">
                <a16:creationId xmlns:a16="http://schemas.microsoft.com/office/drawing/2014/main" id="{39C90C92-2EB7-C968-07D9-FA248722D732}"/>
              </a:ext>
            </a:extLst>
          </p:cNvPr>
          <p:cNvSpPr>
            <a:spLocks noGrp="1"/>
          </p:cNvSpPr>
          <p:nvPr>
            <p:ph type="body" sz="quarter" idx="13"/>
          </p:nvPr>
        </p:nvSpPr>
        <p:spPr/>
        <p:txBody>
          <a:bodyPr/>
          <a:lstStyle/>
          <a:p>
            <a:endParaRPr lang="cs-CZ"/>
          </a:p>
        </p:txBody>
      </p:sp>
      <p:sp>
        <p:nvSpPr>
          <p:cNvPr id="8" name="Zástupný text 7">
            <a:extLst>
              <a:ext uri="{FF2B5EF4-FFF2-40B4-BE49-F238E27FC236}">
                <a16:creationId xmlns:a16="http://schemas.microsoft.com/office/drawing/2014/main" id="{319239E1-E021-D7F3-AA5A-698F8E7DCDA9}"/>
              </a:ext>
            </a:extLst>
          </p:cNvPr>
          <p:cNvSpPr>
            <a:spLocks noGrp="1"/>
          </p:cNvSpPr>
          <p:nvPr>
            <p:ph type="body" sz="quarter" idx="14"/>
          </p:nvPr>
        </p:nvSpPr>
        <p:spPr/>
        <p:txBody>
          <a:bodyPr/>
          <a:lstStyle/>
          <a:p>
            <a:endParaRPr lang="cs-CZ"/>
          </a:p>
        </p:txBody>
      </p:sp>
      <p:pic>
        <p:nvPicPr>
          <p:cNvPr id="4" name="Obrázek 3">
            <a:extLst>
              <a:ext uri="{FF2B5EF4-FFF2-40B4-BE49-F238E27FC236}">
                <a16:creationId xmlns:a16="http://schemas.microsoft.com/office/drawing/2014/main" id="{100475EB-D11D-8611-6E2C-0727E2894E64}"/>
              </a:ext>
            </a:extLst>
          </p:cNvPr>
          <p:cNvPicPr>
            <a:picLocks noChangeAspect="1"/>
          </p:cNvPicPr>
          <p:nvPr/>
        </p:nvPicPr>
        <p:blipFill>
          <a:blip r:embed="rId3"/>
          <a:stretch>
            <a:fillRect/>
          </a:stretch>
        </p:blipFill>
        <p:spPr>
          <a:xfrm>
            <a:off x="17588" y="1742996"/>
            <a:ext cx="9144000" cy="5090943"/>
          </a:xfrm>
          <a:prstGeom prst="rect">
            <a:avLst/>
          </a:prstGeom>
        </p:spPr>
      </p:pic>
    </p:spTree>
    <p:extLst>
      <p:ext uri="{BB962C8B-B14F-4D97-AF65-F5344CB8AC3E}">
        <p14:creationId xmlns:p14="http://schemas.microsoft.com/office/powerpoint/2010/main" val="1421710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0B1E44AE-0E7D-D1E9-39F3-EBEDAFC08A1F}"/>
              </a:ext>
            </a:extLst>
          </p:cNvPr>
          <p:cNvSpPr>
            <a:spLocks noGrp="1"/>
          </p:cNvSpPr>
          <p:nvPr>
            <p:ph type="title"/>
          </p:nvPr>
        </p:nvSpPr>
        <p:spPr/>
        <p:txBody>
          <a:bodyPr>
            <a:normAutofit fontScale="90000"/>
          </a:bodyPr>
          <a:lstStyle/>
          <a:p>
            <a:r>
              <a:rPr lang="cs-CZ" dirty="0"/>
              <a:t>Testing </a:t>
            </a:r>
            <a:r>
              <a:rPr lang="cs-CZ" dirty="0" err="1"/>
              <a:t>the</a:t>
            </a:r>
            <a:r>
              <a:rPr lang="cs-CZ" dirty="0"/>
              <a:t> model</a:t>
            </a:r>
          </a:p>
        </p:txBody>
      </p:sp>
      <p:sp>
        <p:nvSpPr>
          <p:cNvPr id="3" name="Zástupný symbol pro obsah 2"/>
          <p:cNvSpPr>
            <a:spLocks noGrp="1"/>
          </p:cNvSpPr>
          <p:nvPr>
            <p:ph idx="1"/>
          </p:nvPr>
        </p:nvSpPr>
        <p:spPr/>
        <p:txBody>
          <a:bodyPr>
            <a:normAutofit/>
          </a:bodyPr>
          <a:lstStyle/>
          <a:p>
            <a:pPr lvl="2"/>
            <a:endParaRPr lang="cs-CZ" dirty="0"/>
          </a:p>
          <a:p>
            <a:pPr lvl="1"/>
            <a:endParaRPr lang="cs-CZ" dirty="0"/>
          </a:p>
        </p:txBody>
      </p:sp>
      <p:sp>
        <p:nvSpPr>
          <p:cNvPr id="7" name="Zástupný text 6">
            <a:extLst>
              <a:ext uri="{FF2B5EF4-FFF2-40B4-BE49-F238E27FC236}">
                <a16:creationId xmlns:a16="http://schemas.microsoft.com/office/drawing/2014/main" id="{39C90C92-2EB7-C968-07D9-FA248722D732}"/>
              </a:ext>
            </a:extLst>
          </p:cNvPr>
          <p:cNvSpPr>
            <a:spLocks noGrp="1"/>
          </p:cNvSpPr>
          <p:nvPr>
            <p:ph type="body" sz="quarter" idx="13"/>
          </p:nvPr>
        </p:nvSpPr>
        <p:spPr/>
        <p:txBody>
          <a:bodyPr/>
          <a:lstStyle/>
          <a:p>
            <a:endParaRPr lang="cs-CZ"/>
          </a:p>
        </p:txBody>
      </p:sp>
      <p:sp>
        <p:nvSpPr>
          <p:cNvPr id="8" name="Zástupný text 7">
            <a:extLst>
              <a:ext uri="{FF2B5EF4-FFF2-40B4-BE49-F238E27FC236}">
                <a16:creationId xmlns:a16="http://schemas.microsoft.com/office/drawing/2014/main" id="{319239E1-E021-D7F3-AA5A-698F8E7DCDA9}"/>
              </a:ext>
            </a:extLst>
          </p:cNvPr>
          <p:cNvSpPr>
            <a:spLocks noGrp="1"/>
          </p:cNvSpPr>
          <p:nvPr>
            <p:ph type="body" sz="quarter" idx="14"/>
          </p:nvPr>
        </p:nvSpPr>
        <p:spPr/>
        <p:txBody>
          <a:bodyPr/>
          <a:lstStyle/>
          <a:p>
            <a:endParaRPr lang="cs-CZ"/>
          </a:p>
        </p:txBody>
      </p:sp>
      <p:pic>
        <p:nvPicPr>
          <p:cNvPr id="5" name="Obrázek 4">
            <a:extLst>
              <a:ext uri="{FF2B5EF4-FFF2-40B4-BE49-F238E27FC236}">
                <a16:creationId xmlns:a16="http://schemas.microsoft.com/office/drawing/2014/main" id="{127EEDF5-B013-7C2F-2E32-951CA1F37DFC}"/>
              </a:ext>
            </a:extLst>
          </p:cNvPr>
          <p:cNvPicPr>
            <a:picLocks noChangeAspect="1"/>
          </p:cNvPicPr>
          <p:nvPr/>
        </p:nvPicPr>
        <p:blipFill>
          <a:blip r:embed="rId3"/>
          <a:stretch>
            <a:fillRect/>
          </a:stretch>
        </p:blipFill>
        <p:spPr>
          <a:xfrm>
            <a:off x="107504" y="1705499"/>
            <a:ext cx="9144000" cy="4891852"/>
          </a:xfrm>
          <a:prstGeom prst="rect">
            <a:avLst/>
          </a:prstGeom>
        </p:spPr>
      </p:pic>
    </p:spTree>
    <p:extLst>
      <p:ext uri="{BB962C8B-B14F-4D97-AF65-F5344CB8AC3E}">
        <p14:creationId xmlns:p14="http://schemas.microsoft.com/office/powerpoint/2010/main" val="3827338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0B1E44AE-0E7D-D1E9-39F3-EBEDAFC08A1F}"/>
              </a:ext>
            </a:extLst>
          </p:cNvPr>
          <p:cNvSpPr>
            <a:spLocks noGrp="1"/>
          </p:cNvSpPr>
          <p:nvPr>
            <p:ph type="title"/>
          </p:nvPr>
        </p:nvSpPr>
        <p:spPr/>
        <p:txBody>
          <a:bodyPr>
            <a:normAutofit fontScale="90000"/>
          </a:bodyPr>
          <a:lstStyle/>
          <a:p>
            <a:r>
              <a:rPr lang="cs-CZ" dirty="0"/>
              <a:t>Testing </a:t>
            </a:r>
            <a:r>
              <a:rPr lang="cs-CZ" dirty="0" err="1"/>
              <a:t>the</a:t>
            </a:r>
            <a:r>
              <a:rPr lang="cs-CZ" dirty="0"/>
              <a:t> model</a:t>
            </a:r>
          </a:p>
        </p:txBody>
      </p:sp>
      <p:sp>
        <p:nvSpPr>
          <p:cNvPr id="3" name="Zástupný symbol pro obsah 2"/>
          <p:cNvSpPr>
            <a:spLocks noGrp="1"/>
          </p:cNvSpPr>
          <p:nvPr>
            <p:ph idx="1"/>
          </p:nvPr>
        </p:nvSpPr>
        <p:spPr/>
        <p:txBody>
          <a:bodyPr>
            <a:normAutofit/>
          </a:bodyPr>
          <a:lstStyle/>
          <a:p>
            <a:pPr lvl="2"/>
            <a:endParaRPr lang="cs-CZ" dirty="0"/>
          </a:p>
          <a:p>
            <a:pPr lvl="1"/>
            <a:endParaRPr lang="cs-CZ" dirty="0"/>
          </a:p>
        </p:txBody>
      </p:sp>
      <p:sp>
        <p:nvSpPr>
          <p:cNvPr id="7" name="Zástupný text 6">
            <a:extLst>
              <a:ext uri="{FF2B5EF4-FFF2-40B4-BE49-F238E27FC236}">
                <a16:creationId xmlns:a16="http://schemas.microsoft.com/office/drawing/2014/main" id="{39C90C92-2EB7-C968-07D9-FA248722D732}"/>
              </a:ext>
            </a:extLst>
          </p:cNvPr>
          <p:cNvSpPr>
            <a:spLocks noGrp="1"/>
          </p:cNvSpPr>
          <p:nvPr>
            <p:ph type="body" sz="quarter" idx="13"/>
          </p:nvPr>
        </p:nvSpPr>
        <p:spPr/>
        <p:txBody>
          <a:bodyPr/>
          <a:lstStyle/>
          <a:p>
            <a:endParaRPr lang="cs-CZ"/>
          </a:p>
        </p:txBody>
      </p:sp>
      <p:sp>
        <p:nvSpPr>
          <p:cNvPr id="8" name="Zástupný text 7">
            <a:extLst>
              <a:ext uri="{FF2B5EF4-FFF2-40B4-BE49-F238E27FC236}">
                <a16:creationId xmlns:a16="http://schemas.microsoft.com/office/drawing/2014/main" id="{319239E1-E021-D7F3-AA5A-698F8E7DCDA9}"/>
              </a:ext>
            </a:extLst>
          </p:cNvPr>
          <p:cNvSpPr>
            <a:spLocks noGrp="1"/>
          </p:cNvSpPr>
          <p:nvPr>
            <p:ph type="body" sz="quarter" idx="14"/>
          </p:nvPr>
        </p:nvSpPr>
        <p:spPr/>
        <p:txBody>
          <a:bodyPr/>
          <a:lstStyle/>
          <a:p>
            <a:endParaRPr lang="cs-CZ"/>
          </a:p>
        </p:txBody>
      </p:sp>
      <p:pic>
        <p:nvPicPr>
          <p:cNvPr id="4" name="Obrázek 3">
            <a:extLst>
              <a:ext uri="{FF2B5EF4-FFF2-40B4-BE49-F238E27FC236}">
                <a16:creationId xmlns:a16="http://schemas.microsoft.com/office/drawing/2014/main" id="{C3BED6C7-D6AE-BA50-1DB9-01F65E510C2F}"/>
              </a:ext>
            </a:extLst>
          </p:cNvPr>
          <p:cNvPicPr>
            <a:picLocks noChangeAspect="1"/>
          </p:cNvPicPr>
          <p:nvPr/>
        </p:nvPicPr>
        <p:blipFill>
          <a:blip r:embed="rId3"/>
          <a:stretch>
            <a:fillRect/>
          </a:stretch>
        </p:blipFill>
        <p:spPr>
          <a:xfrm>
            <a:off x="0" y="1772816"/>
            <a:ext cx="9144000" cy="5006715"/>
          </a:xfrm>
          <a:prstGeom prst="rect">
            <a:avLst/>
          </a:prstGeom>
        </p:spPr>
      </p:pic>
    </p:spTree>
    <p:extLst>
      <p:ext uri="{BB962C8B-B14F-4D97-AF65-F5344CB8AC3E}">
        <p14:creationId xmlns:p14="http://schemas.microsoft.com/office/powerpoint/2010/main" val="2050307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body" sz="quarter" idx="12"/>
          </p:nvPr>
        </p:nvSpPr>
        <p:spPr>
          <a:xfrm>
            <a:off x="814388" y="2899075"/>
            <a:ext cx="7522369" cy="1059851"/>
          </a:xfrm>
        </p:spPr>
        <p:txBody>
          <a:bodyPr anchor="ctr">
            <a:normAutofit/>
          </a:bodyPr>
          <a:lstStyle/>
          <a:p>
            <a:pPr>
              <a:spcAft>
                <a:spcPts val="600"/>
              </a:spcAft>
            </a:pPr>
            <a:r>
              <a:rPr lang="cs-CZ" dirty="0" err="1"/>
              <a:t>Thank</a:t>
            </a:r>
            <a:r>
              <a:rPr lang="cs-CZ" dirty="0"/>
              <a:t> </a:t>
            </a:r>
            <a:r>
              <a:rPr lang="cs-CZ" dirty="0" err="1"/>
              <a:t>you</a:t>
            </a:r>
            <a:r>
              <a:rPr lang="cs-CZ" dirty="0"/>
              <a:t> </a:t>
            </a:r>
            <a:r>
              <a:rPr lang="cs-CZ" dirty="0" err="1"/>
              <a:t>for</a:t>
            </a:r>
            <a:r>
              <a:rPr lang="cs-CZ" dirty="0"/>
              <a:t> </a:t>
            </a:r>
            <a:r>
              <a:rPr lang="cs-CZ" dirty="0" err="1"/>
              <a:t>your</a:t>
            </a:r>
            <a:r>
              <a:rPr lang="cs-CZ" dirty="0"/>
              <a:t> </a:t>
            </a:r>
            <a:r>
              <a:rPr lang="cs-CZ" dirty="0" err="1"/>
              <a:t>attention</a:t>
            </a:r>
            <a:r>
              <a:rPr lang="cs-CZ" dirty="0"/>
              <a:t>.</a:t>
            </a:r>
            <a:endParaRPr lang="en-GB"/>
          </a:p>
        </p:txBody>
      </p:sp>
    </p:spTree>
    <p:extLst>
      <p:ext uri="{BB962C8B-B14F-4D97-AF65-F5344CB8AC3E}">
        <p14:creationId xmlns:p14="http://schemas.microsoft.com/office/powerpoint/2010/main" val="296076640"/>
      </p:ext>
    </p:extLst>
  </p:cSld>
  <p:clrMapOvr>
    <a:masterClrMapping/>
  </p:clrMapOvr>
</p:sld>
</file>

<file path=ppt/theme/theme1.xml><?xml version="1.0" encoding="utf-8"?>
<a:theme xmlns:a="http://schemas.openxmlformats.org/drawingml/2006/main" name="Obsahové stránky">
  <a:themeElements>
    <a:clrScheme name="Vlastní 8">
      <a:dk1>
        <a:srgbClr val="000000"/>
      </a:dk1>
      <a:lt1>
        <a:sysClr val="window" lastClr="FFFFFF"/>
      </a:lt1>
      <a:dk2>
        <a:srgbClr val="FF7C80"/>
      </a:dk2>
      <a:lt2>
        <a:srgbClr val="EEECE1"/>
      </a:lt2>
      <a:accent1>
        <a:srgbClr val="5F0060"/>
      </a:accent1>
      <a:accent2>
        <a:srgbClr val="CF3F6C"/>
      </a:accent2>
      <a:accent3>
        <a:srgbClr val="FFB0B2"/>
      </a:accent3>
      <a:accent4>
        <a:srgbClr val="BD0005"/>
      </a:accent4>
      <a:accent5>
        <a:srgbClr val="5E0002"/>
      </a:accent5>
      <a:accent6>
        <a:srgbClr val="CC7299"/>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v1">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tiv1" id="{B0B25E39-7186-46C5-9D39-950CFB3AB267}" vid="{2449E244-AD5F-4BB9-8A5A-7BFBD4B00EA6}"/>
    </a:ext>
  </a:extLst>
</a:theme>
</file>

<file path=ppt/theme/theme3.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PEF_A3_CZ</Template>
  <TotalTime>0</TotalTime>
  <Words>444</Words>
  <Application>Microsoft Office PowerPoint</Application>
  <PresentationFormat>Předvádění na obrazovce (4:3)</PresentationFormat>
  <Paragraphs>80</Paragraphs>
  <Slides>22</Slides>
  <Notes>16</Notes>
  <HiddenSlides>0</HiddenSlides>
  <MMClips>0</MMClips>
  <ScaleCrop>false</ScaleCrop>
  <HeadingPairs>
    <vt:vector size="6" baseType="variant">
      <vt:variant>
        <vt:lpstr>Použitá písma</vt:lpstr>
      </vt:variant>
      <vt:variant>
        <vt:i4>6</vt:i4>
      </vt:variant>
      <vt:variant>
        <vt:lpstr>Motiv</vt:lpstr>
      </vt:variant>
      <vt:variant>
        <vt:i4>2</vt:i4>
      </vt:variant>
      <vt:variant>
        <vt:lpstr>Nadpisy snímků</vt:lpstr>
      </vt:variant>
      <vt:variant>
        <vt:i4>22</vt:i4>
      </vt:variant>
    </vt:vector>
  </HeadingPairs>
  <TitlesOfParts>
    <vt:vector size="30" baseType="lpstr">
      <vt:lpstr>Arial</vt:lpstr>
      <vt:lpstr>Calibri</vt:lpstr>
      <vt:lpstr>Roboto</vt:lpstr>
      <vt:lpstr>Roboto Black</vt:lpstr>
      <vt:lpstr>Roboto Medium</vt:lpstr>
      <vt:lpstr>Wingdings</vt:lpstr>
      <vt:lpstr>Obsahové stránky</vt:lpstr>
      <vt:lpstr>Motiv1</vt:lpstr>
      <vt:lpstr>Prezentace aplikace PowerPoint</vt:lpstr>
      <vt:lpstr>Simple oscillator</vt:lpstr>
      <vt:lpstr>Simple oscillation</vt:lpstr>
      <vt:lpstr>Graphical function</vt:lpstr>
      <vt:lpstr>Graphical function – soft variables</vt:lpstr>
      <vt:lpstr>Task 2.1</vt:lpstr>
      <vt:lpstr>Task 2.2</vt:lpstr>
      <vt:lpstr>Task 2.3</vt:lpstr>
      <vt:lpstr>Task 2.4</vt:lpstr>
      <vt:lpstr>Task 2.4</vt:lpstr>
      <vt:lpstr>Task 2.4</vt:lpstr>
      <vt:lpstr>SD modelling -  decision making</vt:lpstr>
      <vt:lpstr>SD modelling -  decision making</vt:lpstr>
      <vt:lpstr>SD modelling -  decision making</vt:lpstr>
      <vt:lpstr>SD modelling -  decision making</vt:lpstr>
      <vt:lpstr>Testing the model</vt:lpstr>
      <vt:lpstr>Testing the model</vt:lpstr>
      <vt:lpstr>Testing the model</vt:lpstr>
      <vt:lpstr>Testing the model</vt:lpstr>
      <vt:lpstr>Testing the model</vt:lpstr>
      <vt:lpstr>Testing the model</vt:lpstr>
      <vt:lpstr>Prezentace aplikace PowerPoint</vt:lpstr>
    </vt:vector>
  </TitlesOfParts>
  <Company>ČZU v Praze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Igor Krejčí</dc:creator>
  <cp:lastModifiedBy>Horáková Tereza</cp:lastModifiedBy>
  <cp:revision>84</cp:revision>
  <cp:lastPrinted>2021-03-09T10:19:35Z</cp:lastPrinted>
  <dcterms:created xsi:type="dcterms:W3CDTF">2016-01-29T12:35:06Z</dcterms:created>
  <dcterms:modified xsi:type="dcterms:W3CDTF">2024-10-28T22:06:28Z</dcterms:modified>
</cp:coreProperties>
</file>